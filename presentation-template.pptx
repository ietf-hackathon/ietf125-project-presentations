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15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presProps.xml" ContentType="application/vnd.openxmlformats-officedocument.presentationml.presProps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</p:sldIdLst>
  <p:sldSz cx="9144000" cy="5143500"/>
  <p:notesSz cx="68580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5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7" name="PlaceHolder 1"/>
          <p:cNvSpPr>
            <a:spLocks noGrp="1"/>
          </p:cNvSpPr>
          <p:nvPr>
            <p:ph type="sldImg"/>
          </p:nvPr>
        </p:nvSpPr>
        <p:spPr>
          <a:xfrm>
            <a:off x="0" y="76428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Click to move the slide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358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9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60" name="PlaceHolder 4"/>
          <p:cNvSpPr>
            <a:spLocks noGrp="1"/>
          </p:cNvSpPr>
          <p:nvPr>
            <p:ph type="dt" idx="15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61" name="PlaceHolder 5"/>
          <p:cNvSpPr>
            <a:spLocks noGrp="1"/>
          </p:cNvSpPr>
          <p:nvPr>
            <p:ph type="ftr" idx="16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62" name="PlaceHolder 6"/>
          <p:cNvSpPr>
            <a:spLocks noGrp="1"/>
          </p:cNvSpPr>
          <p:nvPr>
            <p:ph type="sldNum" idx="17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1401DED0-82CA-458F-8001-F65CB04A27CD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8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1379" name="PlaceHolder 2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8840" cy="411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0" name="PlaceHolder 3"/>
          <p:cNvSpPr>
            <a:spLocks noGrp="1"/>
          </p:cNvSpPr>
          <p:nvPr>
            <p:ph type="sldNum" idx="22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+mj-lt"/>
                <a:ea typeface="+mj-ea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fld id="{EDACD50B-ADB9-4E40-B2E6-E0DB6B31D581}" type="slidenum"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+mj-lt"/>
                <a:ea typeface="+mj-ea"/>
              </a:rPr>
              <a:t>&lt;number&gt;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ETF Hackathon - &lt;Project name&gt;"/>
          <p:cNvSpPr/>
          <p:nvPr/>
        </p:nvSpPr>
        <p:spPr>
          <a:xfrm>
            <a:off x="3045600" y="4731480"/>
            <a:ext cx="2855880" cy="30312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45720" rIns="45720" tIns="45000" bIns="45000" anchor="t">
            <a:sp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lang="en-US" sz="1400" b="0" u="none" strike="noStrike">
                <a:solidFill>
                  <a:srgbClr val="535353"/>
                </a:solidFill>
                <a:effectLst/>
                <a:uFillTx/>
                <a:latin typeface="Calibri"/>
                <a:ea typeface="Calibri"/>
              </a:rPr>
              <a:t>IETF Hackathon - &lt;Project name&gt;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12600">
            <a:noFill/>
          </a:ln>
        </p:spPr>
        <p:txBody>
          <a:bodyPr lIns="45720" rIns="45720" tIns="45000" bIns="4500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Title Text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body"/>
          </p:nvPr>
        </p:nvSpPr>
        <p:spPr>
          <a:xfrm>
            <a:off x="457200" y="1200240"/>
            <a:ext cx="8229240" cy="3394080"/>
          </a:xfrm>
          <a:prstGeom prst="rect">
            <a:avLst/>
          </a:prstGeom>
          <a:noFill/>
          <a:ln w="12600">
            <a:noFill/>
          </a:ln>
        </p:spPr>
        <p:txBody>
          <a:bodyPr lIns="45720" rIns="45720" tIns="45000" bIns="4500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7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Body Level One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783720" lvl="1" indent="-326520" defTabSz="457200">
              <a:lnSpc>
                <a:spcPct val="100000"/>
              </a:lnSpc>
              <a:spcBef>
                <a:spcPts val="7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Body Level Two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219320" lvl="2" indent="-304920" defTabSz="457200">
              <a:lnSpc>
                <a:spcPct val="100000"/>
              </a:lnSpc>
              <a:spcBef>
                <a:spcPts val="7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Body Level Three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737360" lvl="3" indent="-365760" defTabSz="457200">
              <a:lnSpc>
                <a:spcPct val="100000"/>
              </a:lnSpc>
              <a:spcBef>
                <a:spcPts val="7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Body Level Four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2194560" lvl="4" indent="-365760" defTabSz="457200">
              <a:lnSpc>
                <a:spcPct val="100000"/>
              </a:lnSpc>
              <a:spcBef>
                <a:spcPts val="700"/>
              </a:spcBef>
              <a:buClr>
                <a:srgbClr val="000000"/>
              </a:buClr>
              <a:buFont typeface="Arial"/>
              <a:buChar char="»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Body Level Five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3"/>
          <p:cNvSpPr>
            <a:spLocks noGrp="1"/>
          </p:cNvSpPr>
          <p:nvPr>
            <p:ph type="sldNum" idx="1"/>
          </p:nvPr>
        </p:nvSpPr>
        <p:spPr>
          <a:xfrm>
            <a:off x="8422920" y="4769640"/>
            <a:ext cx="263520" cy="268920"/>
          </a:xfrm>
          <a:prstGeom prst="rect">
            <a:avLst/>
          </a:prstGeom>
          <a:noFill/>
          <a:ln w="12600">
            <a:noFill/>
          </a:ln>
        </p:spPr>
        <p:txBody>
          <a:bodyPr lIns="45720" rIns="45720" tIns="45000" bIns="4500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1396295F-CC5F-43A1-8A7A-5D6E5151DF35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IETF Hackathon - &lt;Project name&gt;" hidden="1"/>
          <p:cNvSpPr/>
          <p:nvPr/>
        </p:nvSpPr>
        <p:spPr>
          <a:xfrm>
            <a:off x="3045600" y="4731480"/>
            <a:ext cx="2763360" cy="29412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45720" rIns="45720" tIns="45000" bIns="45000" anchor="t">
            <a:sp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lang="en-US" sz="1400" b="0" u="none" strike="noStrike">
                <a:solidFill>
                  <a:srgbClr val="535353"/>
                </a:solidFill>
                <a:effectLst/>
                <a:uFillTx/>
                <a:latin typeface="Calibri"/>
                <a:ea typeface="Calibri"/>
              </a:rPr>
              <a:t>IETF Hackathon - &lt;Project name&gt;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7" name="Group 118"/>
          <p:cNvGrpSpPr/>
          <p:nvPr/>
        </p:nvGrpSpPr>
        <p:grpSpPr>
          <a:xfrm>
            <a:off x="70200" y="59400"/>
            <a:ext cx="8954640" cy="4980240"/>
            <a:chOff x="70200" y="59400"/>
            <a:chExt cx="8954640" cy="4980240"/>
          </a:xfrm>
        </p:grpSpPr>
        <p:grpSp>
          <p:nvGrpSpPr>
            <p:cNvPr id="8" name="Group 116"/>
            <p:cNvGrpSpPr/>
            <p:nvPr/>
          </p:nvGrpSpPr>
          <p:grpSpPr>
            <a:xfrm>
              <a:off x="70200" y="59400"/>
              <a:ext cx="8954640" cy="4980240"/>
              <a:chOff x="70200" y="59400"/>
              <a:chExt cx="8954640" cy="4980240"/>
            </a:xfrm>
          </p:grpSpPr>
          <p:grpSp>
            <p:nvGrpSpPr>
              <p:cNvPr id="9" name="Group 58"/>
              <p:cNvGrpSpPr/>
              <p:nvPr/>
            </p:nvGrpSpPr>
            <p:grpSpPr>
              <a:xfrm>
                <a:off x="70200" y="59400"/>
                <a:ext cx="1098360" cy="1215360"/>
                <a:chOff x="70200" y="59400"/>
                <a:chExt cx="1098360" cy="1215360"/>
              </a:xfrm>
            </p:grpSpPr>
            <p:grpSp>
              <p:nvGrpSpPr>
                <p:cNvPr id="10" name="Group 8"/>
                <p:cNvGrpSpPr/>
                <p:nvPr/>
              </p:nvGrpSpPr>
              <p:grpSpPr>
                <a:xfrm>
                  <a:off x="70200" y="59400"/>
                  <a:ext cx="1098360" cy="80640"/>
                  <a:chOff x="70200" y="59400"/>
                  <a:chExt cx="1098360" cy="80640"/>
                </a:xfrm>
              </p:grpSpPr>
              <p:sp>
                <p:nvSpPr>
                  <p:cNvPr id="11" name="Rectangle 2"/>
                  <p:cNvSpPr/>
                  <p:nvPr/>
                </p:nvSpPr>
                <p:spPr>
                  <a:xfrm>
                    <a:off x="70200" y="59400"/>
                    <a:ext cx="95040" cy="80640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2" name="Rectangle 3"/>
                  <p:cNvSpPr/>
                  <p:nvPr/>
                </p:nvSpPr>
                <p:spPr>
                  <a:xfrm>
                    <a:off x="270360" y="59400"/>
                    <a:ext cx="93240" cy="80640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3" name="Rectangle 4"/>
                  <p:cNvSpPr/>
                  <p:nvPr/>
                </p:nvSpPr>
                <p:spPr>
                  <a:xfrm>
                    <a:off x="471960" y="59400"/>
                    <a:ext cx="93240" cy="80640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4" name="Rectangle 5"/>
                  <p:cNvSpPr/>
                  <p:nvPr/>
                </p:nvSpPr>
                <p:spPr>
                  <a:xfrm>
                    <a:off x="672120" y="59400"/>
                    <a:ext cx="95040" cy="80640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5" name="Rectangle 6"/>
                  <p:cNvSpPr/>
                  <p:nvPr/>
                </p:nvSpPr>
                <p:spPr>
                  <a:xfrm>
                    <a:off x="871920" y="59400"/>
                    <a:ext cx="95040" cy="80640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6" name="Rectangle 7"/>
                  <p:cNvSpPr/>
                  <p:nvPr/>
                </p:nvSpPr>
                <p:spPr>
                  <a:xfrm>
                    <a:off x="1073520" y="59400"/>
                    <a:ext cx="95040" cy="80640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</p:grpSp>
            <p:grpSp>
              <p:nvGrpSpPr>
                <p:cNvPr id="17" name="Group 15"/>
                <p:cNvGrpSpPr/>
                <p:nvPr/>
              </p:nvGrpSpPr>
              <p:grpSpPr>
                <a:xfrm>
                  <a:off x="70200" y="219240"/>
                  <a:ext cx="1098360" cy="80640"/>
                  <a:chOff x="70200" y="219240"/>
                  <a:chExt cx="1098360" cy="80640"/>
                </a:xfrm>
              </p:grpSpPr>
              <p:sp>
                <p:nvSpPr>
                  <p:cNvPr id="18" name="Rectangle 9"/>
                  <p:cNvSpPr/>
                  <p:nvPr/>
                </p:nvSpPr>
                <p:spPr>
                  <a:xfrm>
                    <a:off x="70200" y="219240"/>
                    <a:ext cx="95040" cy="80640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9" name="Rectangle 10"/>
                  <p:cNvSpPr/>
                  <p:nvPr/>
                </p:nvSpPr>
                <p:spPr>
                  <a:xfrm>
                    <a:off x="270360" y="219240"/>
                    <a:ext cx="93240" cy="80640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20" name="Rectangle 11"/>
                  <p:cNvSpPr/>
                  <p:nvPr/>
                </p:nvSpPr>
                <p:spPr>
                  <a:xfrm>
                    <a:off x="471960" y="219240"/>
                    <a:ext cx="93240" cy="80640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21" name="Rectangle 12"/>
                  <p:cNvSpPr/>
                  <p:nvPr/>
                </p:nvSpPr>
                <p:spPr>
                  <a:xfrm>
                    <a:off x="672120" y="219240"/>
                    <a:ext cx="95040" cy="80640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22" name="Rectangle 13"/>
                  <p:cNvSpPr/>
                  <p:nvPr/>
                </p:nvSpPr>
                <p:spPr>
                  <a:xfrm>
                    <a:off x="871920" y="219240"/>
                    <a:ext cx="95040" cy="80640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23" name="Rectangle 14"/>
                  <p:cNvSpPr/>
                  <p:nvPr/>
                </p:nvSpPr>
                <p:spPr>
                  <a:xfrm>
                    <a:off x="1073520" y="219240"/>
                    <a:ext cx="95040" cy="80640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</p:grpSp>
            <p:grpSp>
              <p:nvGrpSpPr>
                <p:cNvPr id="24" name="Group 22"/>
                <p:cNvGrpSpPr/>
                <p:nvPr/>
              </p:nvGrpSpPr>
              <p:grpSpPr>
                <a:xfrm>
                  <a:off x="70200" y="382320"/>
                  <a:ext cx="1098360" cy="80640"/>
                  <a:chOff x="70200" y="382320"/>
                  <a:chExt cx="1098360" cy="80640"/>
                </a:xfrm>
              </p:grpSpPr>
              <p:sp>
                <p:nvSpPr>
                  <p:cNvPr id="25" name="Rectangle 16"/>
                  <p:cNvSpPr/>
                  <p:nvPr/>
                </p:nvSpPr>
                <p:spPr>
                  <a:xfrm>
                    <a:off x="70200" y="382320"/>
                    <a:ext cx="95040" cy="80640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26" name="Rectangle 17"/>
                  <p:cNvSpPr/>
                  <p:nvPr/>
                </p:nvSpPr>
                <p:spPr>
                  <a:xfrm>
                    <a:off x="270360" y="382320"/>
                    <a:ext cx="93240" cy="80640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27" name="Rectangle 18"/>
                  <p:cNvSpPr/>
                  <p:nvPr/>
                </p:nvSpPr>
                <p:spPr>
                  <a:xfrm>
                    <a:off x="471960" y="382320"/>
                    <a:ext cx="93240" cy="80640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28" name="Rectangle 19"/>
                  <p:cNvSpPr/>
                  <p:nvPr/>
                </p:nvSpPr>
                <p:spPr>
                  <a:xfrm>
                    <a:off x="672120" y="382320"/>
                    <a:ext cx="95040" cy="80640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29" name="Rectangle 20"/>
                  <p:cNvSpPr/>
                  <p:nvPr/>
                </p:nvSpPr>
                <p:spPr>
                  <a:xfrm>
                    <a:off x="871920" y="382320"/>
                    <a:ext cx="95040" cy="80640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30" name="Rectangle 21"/>
                  <p:cNvSpPr/>
                  <p:nvPr/>
                </p:nvSpPr>
                <p:spPr>
                  <a:xfrm>
                    <a:off x="1073520" y="382320"/>
                    <a:ext cx="95040" cy="80640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</p:grpSp>
            <p:grpSp>
              <p:nvGrpSpPr>
                <p:cNvPr id="31" name="Group 29"/>
                <p:cNvGrpSpPr/>
                <p:nvPr/>
              </p:nvGrpSpPr>
              <p:grpSpPr>
                <a:xfrm>
                  <a:off x="70200" y="545400"/>
                  <a:ext cx="1098360" cy="80640"/>
                  <a:chOff x="70200" y="545400"/>
                  <a:chExt cx="1098360" cy="80640"/>
                </a:xfrm>
              </p:grpSpPr>
              <p:sp>
                <p:nvSpPr>
                  <p:cNvPr id="32" name="Rectangle 23"/>
                  <p:cNvSpPr/>
                  <p:nvPr/>
                </p:nvSpPr>
                <p:spPr>
                  <a:xfrm>
                    <a:off x="70200" y="545400"/>
                    <a:ext cx="95040" cy="80640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33" name="Rectangle 24"/>
                  <p:cNvSpPr/>
                  <p:nvPr/>
                </p:nvSpPr>
                <p:spPr>
                  <a:xfrm>
                    <a:off x="270360" y="545400"/>
                    <a:ext cx="93240" cy="80640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34" name="Rectangle 25"/>
                  <p:cNvSpPr/>
                  <p:nvPr/>
                </p:nvSpPr>
                <p:spPr>
                  <a:xfrm>
                    <a:off x="471960" y="545400"/>
                    <a:ext cx="93240" cy="80640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35" name="Rectangle 26"/>
                  <p:cNvSpPr/>
                  <p:nvPr/>
                </p:nvSpPr>
                <p:spPr>
                  <a:xfrm>
                    <a:off x="672120" y="545400"/>
                    <a:ext cx="95040" cy="80640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36" name="Rectangle 27"/>
                  <p:cNvSpPr/>
                  <p:nvPr/>
                </p:nvSpPr>
                <p:spPr>
                  <a:xfrm>
                    <a:off x="871920" y="545400"/>
                    <a:ext cx="95040" cy="80640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37" name="Rectangle 28"/>
                  <p:cNvSpPr/>
                  <p:nvPr/>
                </p:nvSpPr>
                <p:spPr>
                  <a:xfrm>
                    <a:off x="1073520" y="545400"/>
                    <a:ext cx="95040" cy="80640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</p:grpSp>
            <p:grpSp>
              <p:nvGrpSpPr>
                <p:cNvPr id="38" name="Group 36"/>
                <p:cNvGrpSpPr/>
                <p:nvPr/>
              </p:nvGrpSpPr>
              <p:grpSpPr>
                <a:xfrm>
                  <a:off x="70200" y="705960"/>
                  <a:ext cx="1098360" cy="80640"/>
                  <a:chOff x="70200" y="705960"/>
                  <a:chExt cx="1098360" cy="80640"/>
                </a:xfrm>
              </p:grpSpPr>
              <p:sp>
                <p:nvSpPr>
                  <p:cNvPr id="39" name="Rectangle 30"/>
                  <p:cNvSpPr/>
                  <p:nvPr/>
                </p:nvSpPr>
                <p:spPr>
                  <a:xfrm>
                    <a:off x="70200" y="705960"/>
                    <a:ext cx="95040" cy="80640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40" name="Rectangle 31"/>
                  <p:cNvSpPr/>
                  <p:nvPr/>
                </p:nvSpPr>
                <p:spPr>
                  <a:xfrm>
                    <a:off x="270360" y="705960"/>
                    <a:ext cx="93240" cy="80640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41" name="Rectangle 32"/>
                  <p:cNvSpPr/>
                  <p:nvPr/>
                </p:nvSpPr>
                <p:spPr>
                  <a:xfrm>
                    <a:off x="471960" y="705960"/>
                    <a:ext cx="93240" cy="80640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42" name="Rectangle 33"/>
                  <p:cNvSpPr/>
                  <p:nvPr/>
                </p:nvSpPr>
                <p:spPr>
                  <a:xfrm>
                    <a:off x="672120" y="705960"/>
                    <a:ext cx="95040" cy="80640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43" name="Rectangle 34"/>
                  <p:cNvSpPr/>
                  <p:nvPr/>
                </p:nvSpPr>
                <p:spPr>
                  <a:xfrm>
                    <a:off x="871920" y="705960"/>
                    <a:ext cx="95040" cy="80640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44" name="Rectangle 35"/>
                  <p:cNvSpPr/>
                  <p:nvPr/>
                </p:nvSpPr>
                <p:spPr>
                  <a:xfrm>
                    <a:off x="1073520" y="705960"/>
                    <a:ext cx="95040" cy="80640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</p:grpSp>
            <p:grpSp>
              <p:nvGrpSpPr>
                <p:cNvPr id="45" name="Group 43"/>
                <p:cNvGrpSpPr/>
                <p:nvPr/>
              </p:nvGrpSpPr>
              <p:grpSpPr>
                <a:xfrm>
                  <a:off x="70200" y="869040"/>
                  <a:ext cx="1098360" cy="80640"/>
                  <a:chOff x="70200" y="869040"/>
                  <a:chExt cx="1098360" cy="80640"/>
                </a:xfrm>
              </p:grpSpPr>
              <p:sp>
                <p:nvSpPr>
                  <p:cNvPr id="46" name="Rectangle 37"/>
                  <p:cNvSpPr/>
                  <p:nvPr/>
                </p:nvSpPr>
                <p:spPr>
                  <a:xfrm>
                    <a:off x="70200" y="869040"/>
                    <a:ext cx="95040" cy="80640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47" name="Rectangle 38"/>
                  <p:cNvSpPr/>
                  <p:nvPr/>
                </p:nvSpPr>
                <p:spPr>
                  <a:xfrm>
                    <a:off x="270360" y="869040"/>
                    <a:ext cx="93240" cy="80640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48" name="Rectangle 39"/>
                  <p:cNvSpPr/>
                  <p:nvPr/>
                </p:nvSpPr>
                <p:spPr>
                  <a:xfrm>
                    <a:off x="471960" y="869040"/>
                    <a:ext cx="93240" cy="80640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49" name="Rectangle 40"/>
                  <p:cNvSpPr/>
                  <p:nvPr/>
                </p:nvSpPr>
                <p:spPr>
                  <a:xfrm>
                    <a:off x="672120" y="869040"/>
                    <a:ext cx="95040" cy="80640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50" name="Rectangle 41"/>
                  <p:cNvSpPr/>
                  <p:nvPr/>
                </p:nvSpPr>
                <p:spPr>
                  <a:xfrm>
                    <a:off x="871920" y="869040"/>
                    <a:ext cx="95040" cy="80640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51" name="Rectangle 42"/>
                  <p:cNvSpPr/>
                  <p:nvPr/>
                </p:nvSpPr>
                <p:spPr>
                  <a:xfrm>
                    <a:off x="1073520" y="869040"/>
                    <a:ext cx="95040" cy="80640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</p:grpSp>
            <p:grpSp>
              <p:nvGrpSpPr>
                <p:cNvPr id="52" name="Group 50"/>
                <p:cNvGrpSpPr/>
                <p:nvPr/>
              </p:nvGrpSpPr>
              <p:grpSpPr>
                <a:xfrm>
                  <a:off x="70200" y="1031040"/>
                  <a:ext cx="1098360" cy="80640"/>
                  <a:chOff x="70200" y="1031040"/>
                  <a:chExt cx="1098360" cy="80640"/>
                </a:xfrm>
              </p:grpSpPr>
              <p:sp>
                <p:nvSpPr>
                  <p:cNvPr id="53" name="Rectangle 44"/>
                  <p:cNvSpPr/>
                  <p:nvPr/>
                </p:nvSpPr>
                <p:spPr>
                  <a:xfrm>
                    <a:off x="70200" y="1031040"/>
                    <a:ext cx="95040" cy="80640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54" name="Rectangle 45"/>
                  <p:cNvSpPr/>
                  <p:nvPr/>
                </p:nvSpPr>
                <p:spPr>
                  <a:xfrm>
                    <a:off x="270360" y="1031040"/>
                    <a:ext cx="93240" cy="80640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55" name="Rectangle 46"/>
                  <p:cNvSpPr/>
                  <p:nvPr/>
                </p:nvSpPr>
                <p:spPr>
                  <a:xfrm>
                    <a:off x="471960" y="1031040"/>
                    <a:ext cx="93240" cy="80640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56" name="Rectangle 47"/>
                  <p:cNvSpPr/>
                  <p:nvPr/>
                </p:nvSpPr>
                <p:spPr>
                  <a:xfrm>
                    <a:off x="672120" y="1031040"/>
                    <a:ext cx="95040" cy="80640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57" name="Rectangle 48"/>
                  <p:cNvSpPr/>
                  <p:nvPr/>
                </p:nvSpPr>
                <p:spPr>
                  <a:xfrm>
                    <a:off x="871920" y="1031040"/>
                    <a:ext cx="95040" cy="80640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58" name="Rectangle 49"/>
                  <p:cNvSpPr/>
                  <p:nvPr/>
                </p:nvSpPr>
                <p:spPr>
                  <a:xfrm>
                    <a:off x="1073520" y="1031040"/>
                    <a:ext cx="95040" cy="80640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</p:grpSp>
            <p:grpSp>
              <p:nvGrpSpPr>
                <p:cNvPr id="59" name="Group 57"/>
                <p:cNvGrpSpPr/>
                <p:nvPr/>
              </p:nvGrpSpPr>
              <p:grpSpPr>
                <a:xfrm>
                  <a:off x="70200" y="1194120"/>
                  <a:ext cx="1098360" cy="80640"/>
                  <a:chOff x="70200" y="1194120"/>
                  <a:chExt cx="1098360" cy="80640"/>
                </a:xfrm>
              </p:grpSpPr>
              <p:sp>
                <p:nvSpPr>
                  <p:cNvPr id="60" name="Rectangle 51"/>
                  <p:cNvSpPr/>
                  <p:nvPr/>
                </p:nvSpPr>
                <p:spPr>
                  <a:xfrm>
                    <a:off x="70200" y="1194120"/>
                    <a:ext cx="95040" cy="80640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61" name="Rectangle 52"/>
                  <p:cNvSpPr/>
                  <p:nvPr/>
                </p:nvSpPr>
                <p:spPr>
                  <a:xfrm>
                    <a:off x="270360" y="1194120"/>
                    <a:ext cx="93240" cy="80640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62" name="Rectangle 53"/>
                  <p:cNvSpPr/>
                  <p:nvPr/>
                </p:nvSpPr>
                <p:spPr>
                  <a:xfrm>
                    <a:off x="471960" y="1194120"/>
                    <a:ext cx="93240" cy="80640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63" name="Rectangle 54"/>
                  <p:cNvSpPr/>
                  <p:nvPr/>
                </p:nvSpPr>
                <p:spPr>
                  <a:xfrm>
                    <a:off x="672120" y="1194120"/>
                    <a:ext cx="95040" cy="80640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64" name="Rectangle 55"/>
                  <p:cNvSpPr/>
                  <p:nvPr/>
                </p:nvSpPr>
                <p:spPr>
                  <a:xfrm>
                    <a:off x="871920" y="1194120"/>
                    <a:ext cx="95040" cy="80640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65" name="Rectangle 56"/>
                  <p:cNvSpPr/>
                  <p:nvPr/>
                </p:nvSpPr>
                <p:spPr>
                  <a:xfrm>
                    <a:off x="1073520" y="1194120"/>
                    <a:ext cx="95040" cy="80640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</p:grpSp>
          </p:grpSp>
          <p:grpSp>
            <p:nvGrpSpPr>
              <p:cNvPr id="66" name="Group 115"/>
              <p:cNvGrpSpPr/>
              <p:nvPr/>
            </p:nvGrpSpPr>
            <p:grpSpPr>
              <a:xfrm>
                <a:off x="7928280" y="3824280"/>
                <a:ext cx="1096560" cy="1215360"/>
                <a:chOff x="7928280" y="3824280"/>
                <a:chExt cx="1096560" cy="1215360"/>
              </a:xfrm>
            </p:grpSpPr>
            <p:grpSp>
              <p:nvGrpSpPr>
                <p:cNvPr id="67" name="Group 65"/>
                <p:cNvGrpSpPr/>
                <p:nvPr/>
              </p:nvGrpSpPr>
              <p:grpSpPr>
                <a:xfrm>
                  <a:off x="7928280" y="3824280"/>
                  <a:ext cx="1096560" cy="80640"/>
                  <a:chOff x="7928280" y="3824280"/>
                  <a:chExt cx="1096560" cy="80640"/>
                </a:xfrm>
              </p:grpSpPr>
              <p:sp>
                <p:nvSpPr>
                  <p:cNvPr id="68" name="Rectangle 59"/>
                  <p:cNvSpPr/>
                  <p:nvPr/>
                </p:nvSpPr>
                <p:spPr>
                  <a:xfrm>
                    <a:off x="7928280" y="3824280"/>
                    <a:ext cx="93240" cy="80640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69" name="Rectangle 60"/>
                  <p:cNvSpPr/>
                  <p:nvPr/>
                </p:nvSpPr>
                <p:spPr>
                  <a:xfrm>
                    <a:off x="8121960" y="3824280"/>
                    <a:ext cx="99720" cy="80640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70" name="Rectangle 61"/>
                  <p:cNvSpPr/>
                  <p:nvPr/>
                </p:nvSpPr>
                <p:spPr>
                  <a:xfrm>
                    <a:off x="8328240" y="3824280"/>
                    <a:ext cx="95040" cy="80640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71" name="Rectangle 62"/>
                  <p:cNvSpPr/>
                  <p:nvPr/>
                </p:nvSpPr>
                <p:spPr>
                  <a:xfrm>
                    <a:off x="8528400" y="3824280"/>
                    <a:ext cx="95040" cy="80640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72" name="Rectangle 63"/>
                  <p:cNvSpPr/>
                  <p:nvPr/>
                </p:nvSpPr>
                <p:spPr>
                  <a:xfrm>
                    <a:off x="8730000" y="3824280"/>
                    <a:ext cx="93240" cy="80640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73" name="Rectangle 64"/>
                  <p:cNvSpPr/>
                  <p:nvPr/>
                </p:nvSpPr>
                <p:spPr>
                  <a:xfrm>
                    <a:off x="8931600" y="3824280"/>
                    <a:ext cx="93240" cy="80640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</p:grpSp>
            <p:grpSp>
              <p:nvGrpSpPr>
                <p:cNvPr id="74" name="Group 72"/>
                <p:cNvGrpSpPr/>
                <p:nvPr/>
              </p:nvGrpSpPr>
              <p:grpSpPr>
                <a:xfrm>
                  <a:off x="7928280" y="3983760"/>
                  <a:ext cx="1096560" cy="80640"/>
                  <a:chOff x="7928280" y="3983760"/>
                  <a:chExt cx="1096560" cy="80640"/>
                </a:xfrm>
              </p:grpSpPr>
              <p:sp>
                <p:nvSpPr>
                  <p:cNvPr id="75" name="Rectangle 66"/>
                  <p:cNvSpPr/>
                  <p:nvPr/>
                </p:nvSpPr>
                <p:spPr>
                  <a:xfrm>
                    <a:off x="7928280" y="3983760"/>
                    <a:ext cx="93240" cy="80640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76" name="Rectangle 67"/>
                  <p:cNvSpPr/>
                  <p:nvPr/>
                </p:nvSpPr>
                <p:spPr>
                  <a:xfrm>
                    <a:off x="8121960" y="3983760"/>
                    <a:ext cx="99720" cy="80640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77" name="Rectangle 68"/>
                  <p:cNvSpPr/>
                  <p:nvPr/>
                </p:nvSpPr>
                <p:spPr>
                  <a:xfrm>
                    <a:off x="8328240" y="3983760"/>
                    <a:ext cx="95040" cy="80640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78" name="Rectangle 69"/>
                  <p:cNvSpPr/>
                  <p:nvPr/>
                </p:nvSpPr>
                <p:spPr>
                  <a:xfrm>
                    <a:off x="8528400" y="3983760"/>
                    <a:ext cx="95040" cy="80640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79" name="Rectangle 70"/>
                  <p:cNvSpPr/>
                  <p:nvPr/>
                </p:nvSpPr>
                <p:spPr>
                  <a:xfrm>
                    <a:off x="8730000" y="3983760"/>
                    <a:ext cx="93240" cy="80640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80" name="Rectangle 71"/>
                  <p:cNvSpPr/>
                  <p:nvPr/>
                </p:nvSpPr>
                <p:spPr>
                  <a:xfrm>
                    <a:off x="8931600" y="3983760"/>
                    <a:ext cx="93240" cy="80640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</p:grpSp>
            <p:grpSp>
              <p:nvGrpSpPr>
                <p:cNvPr id="81" name="Group 79"/>
                <p:cNvGrpSpPr/>
                <p:nvPr/>
              </p:nvGrpSpPr>
              <p:grpSpPr>
                <a:xfrm>
                  <a:off x="7928280" y="4146840"/>
                  <a:ext cx="1096560" cy="80640"/>
                  <a:chOff x="7928280" y="4146840"/>
                  <a:chExt cx="1096560" cy="80640"/>
                </a:xfrm>
              </p:grpSpPr>
              <p:sp>
                <p:nvSpPr>
                  <p:cNvPr id="82" name="Rectangle 73"/>
                  <p:cNvSpPr/>
                  <p:nvPr/>
                </p:nvSpPr>
                <p:spPr>
                  <a:xfrm>
                    <a:off x="7928280" y="4146840"/>
                    <a:ext cx="93240" cy="80640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83" name="Rectangle 74"/>
                  <p:cNvSpPr/>
                  <p:nvPr/>
                </p:nvSpPr>
                <p:spPr>
                  <a:xfrm>
                    <a:off x="8121960" y="4146840"/>
                    <a:ext cx="99720" cy="80640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84" name="Rectangle 75"/>
                  <p:cNvSpPr/>
                  <p:nvPr/>
                </p:nvSpPr>
                <p:spPr>
                  <a:xfrm>
                    <a:off x="8328240" y="4146840"/>
                    <a:ext cx="95040" cy="80640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85" name="Rectangle 76"/>
                  <p:cNvSpPr/>
                  <p:nvPr/>
                </p:nvSpPr>
                <p:spPr>
                  <a:xfrm>
                    <a:off x="8528400" y="4146840"/>
                    <a:ext cx="95040" cy="80640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86" name="Rectangle 77"/>
                  <p:cNvSpPr/>
                  <p:nvPr/>
                </p:nvSpPr>
                <p:spPr>
                  <a:xfrm>
                    <a:off x="8730000" y="4146840"/>
                    <a:ext cx="93240" cy="80640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87" name="Rectangle 78"/>
                  <p:cNvSpPr/>
                  <p:nvPr/>
                </p:nvSpPr>
                <p:spPr>
                  <a:xfrm>
                    <a:off x="8931600" y="4146840"/>
                    <a:ext cx="93240" cy="80640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</p:grpSp>
            <p:grpSp>
              <p:nvGrpSpPr>
                <p:cNvPr id="88" name="Group 86"/>
                <p:cNvGrpSpPr/>
                <p:nvPr/>
              </p:nvGrpSpPr>
              <p:grpSpPr>
                <a:xfrm>
                  <a:off x="7928280" y="4309920"/>
                  <a:ext cx="1096560" cy="80640"/>
                  <a:chOff x="7928280" y="4309920"/>
                  <a:chExt cx="1096560" cy="80640"/>
                </a:xfrm>
              </p:grpSpPr>
              <p:sp>
                <p:nvSpPr>
                  <p:cNvPr id="89" name="Rectangle 80"/>
                  <p:cNvSpPr/>
                  <p:nvPr/>
                </p:nvSpPr>
                <p:spPr>
                  <a:xfrm>
                    <a:off x="7928280" y="4309920"/>
                    <a:ext cx="93240" cy="80640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90" name="Rectangle 81"/>
                  <p:cNvSpPr/>
                  <p:nvPr/>
                </p:nvSpPr>
                <p:spPr>
                  <a:xfrm>
                    <a:off x="8121960" y="4309920"/>
                    <a:ext cx="99720" cy="80640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91" name="Rectangle 82"/>
                  <p:cNvSpPr/>
                  <p:nvPr/>
                </p:nvSpPr>
                <p:spPr>
                  <a:xfrm>
                    <a:off x="8328240" y="4309920"/>
                    <a:ext cx="95040" cy="80640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92" name="Rectangle 83"/>
                  <p:cNvSpPr/>
                  <p:nvPr/>
                </p:nvSpPr>
                <p:spPr>
                  <a:xfrm>
                    <a:off x="8528400" y="4309920"/>
                    <a:ext cx="95040" cy="80640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93" name="Rectangle 84"/>
                  <p:cNvSpPr/>
                  <p:nvPr/>
                </p:nvSpPr>
                <p:spPr>
                  <a:xfrm>
                    <a:off x="8730000" y="4309920"/>
                    <a:ext cx="93240" cy="80640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94" name="Rectangle 85"/>
                  <p:cNvSpPr/>
                  <p:nvPr/>
                </p:nvSpPr>
                <p:spPr>
                  <a:xfrm>
                    <a:off x="8931600" y="4309920"/>
                    <a:ext cx="93240" cy="80640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</p:grpSp>
            <p:grpSp>
              <p:nvGrpSpPr>
                <p:cNvPr id="95" name="Group 93"/>
                <p:cNvGrpSpPr/>
                <p:nvPr/>
              </p:nvGrpSpPr>
              <p:grpSpPr>
                <a:xfrm>
                  <a:off x="7928280" y="4470840"/>
                  <a:ext cx="1096560" cy="80640"/>
                  <a:chOff x="7928280" y="4470840"/>
                  <a:chExt cx="1096560" cy="80640"/>
                </a:xfrm>
              </p:grpSpPr>
              <p:sp>
                <p:nvSpPr>
                  <p:cNvPr id="96" name="Rectangle 87"/>
                  <p:cNvSpPr/>
                  <p:nvPr/>
                </p:nvSpPr>
                <p:spPr>
                  <a:xfrm>
                    <a:off x="7928280" y="4470840"/>
                    <a:ext cx="93240" cy="80640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97" name="Rectangle 88"/>
                  <p:cNvSpPr/>
                  <p:nvPr/>
                </p:nvSpPr>
                <p:spPr>
                  <a:xfrm>
                    <a:off x="8121960" y="4470840"/>
                    <a:ext cx="99720" cy="80640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98" name="Rectangle 89"/>
                  <p:cNvSpPr/>
                  <p:nvPr/>
                </p:nvSpPr>
                <p:spPr>
                  <a:xfrm>
                    <a:off x="8328240" y="4470840"/>
                    <a:ext cx="95040" cy="80640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99" name="Rectangle 90"/>
                  <p:cNvSpPr/>
                  <p:nvPr/>
                </p:nvSpPr>
                <p:spPr>
                  <a:xfrm>
                    <a:off x="8528400" y="4470840"/>
                    <a:ext cx="95040" cy="80640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00" name="Rectangle 91"/>
                  <p:cNvSpPr/>
                  <p:nvPr/>
                </p:nvSpPr>
                <p:spPr>
                  <a:xfrm>
                    <a:off x="8730000" y="4470840"/>
                    <a:ext cx="93240" cy="80640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01" name="Rectangle 92"/>
                  <p:cNvSpPr/>
                  <p:nvPr/>
                </p:nvSpPr>
                <p:spPr>
                  <a:xfrm>
                    <a:off x="8931600" y="4470840"/>
                    <a:ext cx="93240" cy="80640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</p:grpSp>
            <p:grpSp>
              <p:nvGrpSpPr>
                <p:cNvPr id="102" name="Group 100"/>
                <p:cNvGrpSpPr/>
                <p:nvPr/>
              </p:nvGrpSpPr>
              <p:grpSpPr>
                <a:xfrm>
                  <a:off x="7928280" y="4633920"/>
                  <a:ext cx="1096560" cy="80640"/>
                  <a:chOff x="7928280" y="4633920"/>
                  <a:chExt cx="1096560" cy="80640"/>
                </a:xfrm>
              </p:grpSpPr>
              <p:sp>
                <p:nvSpPr>
                  <p:cNvPr id="103" name="Rectangle 94"/>
                  <p:cNvSpPr/>
                  <p:nvPr/>
                </p:nvSpPr>
                <p:spPr>
                  <a:xfrm>
                    <a:off x="7928280" y="4633920"/>
                    <a:ext cx="93240" cy="80640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04" name="Rectangle 95"/>
                  <p:cNvSpPr/>
                  <p:nvPr/>
                </p:nvSpPr>
                <p:spPr>
                  <a:xfrm>
                    <a:off x="8121960" y="4633920"/>
                    <a:ext cx="99720" cy="80640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05" name="Rectangle 96"/>
                  <p:cNvSpPr/>
                  <p:nvPr/>
                </p:nvSpPr>
                <p:spPr>
                  <a:xfrm>
                    <a:off x="8328240" y="4633920"/>
                    <a:ext cx="95040" cy="80640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06" name="Rectangle 97"/>
                  <p:cNvSpPr/>
                  <p:nvPr/>
                </p:nvSpPr>
                <p:spPr>
                  <a:xfrm>
                    <a:off x="8528400" y="4633920"/>
                    <a:ext cx="95040" cy="80640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07" name="Rectangle 98"/>
                  <p:cNvSpPr/>
                  <p:nvPr/>
                </p:nvSpPr>
                <p:spPr>
                  <a:xfrm>
                    <a:off x="8730000" y="4633920"/>
                    <a:ext cx="93240" cy="80640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08" name="Rectangle 99"/>
                  <p:cNvSpPr/>
                  <p:nvPr/>
                </p:nvSpPr>
                <p:spPr>
                  <a:xfrm>
                    <a:off x="8931600" y="4633920"/>
                    <a:ext cx="93240" cy="80640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</p:grpSp>
            <p:grpSp>
              <p:nvGrpSpPr>
                <p:cNvPr id="109" name="Group 107"/>
                <p:cNvGrpSpPr/>
                <p:nvPr/>
              </p:nvGrpSpPr>
              <p:grpSpPr>
                <a:xfrm>
                  <a:off x="7928280" y="4795920"/>
                  <a:ext cx="1096560" cy="80640"/>
                  <a:chOff x="7928280" y="4795920"/>
                  <a:chExt cx="1096560" cy="80640"/>
                </a:xfrm>
              </p:grpSpPr>
              <p:sp>
                <p:nvSpPr>
                  <p:cNvPr id="110" name="Rectangle 101"/>
                  <p:cNvSpPr/>
                  <p:nvPr/>
                </p:nvSpPr>
                <p:spPr>
                  <a:xfrm>
                    <a:off x="7928280" y="4795920"/>
                    <a:ext cx="93240" cy="80640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11" name="Rectangle 102"/>
                  <p:cNvSpPr/>
                  <p:nvPr/>
                </p:nvSpPr>
                <p:spPr>
                  <a:xfrm>
                    <a:off x="8121960" y="4795920"/>
                    <a:ext cx="99720" cy="80640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12" name="Rectangle 103"/>
                  <p:cNvSpPr/>
                  <p:nvPr/>
                </p:nvSpPr>
                <p:spPr>
                  <a:xfrm>
                    <a:off x="8328240" y="4795920"/>
                    <a:ext cx="95040" cy="80640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13" name="Rectangle 104"/>
                  <p:cNvSpPr/>
                  <p:nvPr/>
                </p:nvSpPr>
                <p:spPr>
                  <a:xfrm>
                    <a:off x="8528400" y="4795920"/>
                    <a:ext cx="95040" cy="80640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14" name="Rectangle 105"/>
                  <p:cNvSpPr/>
                  <p:nvPr/>
                </p:nvSpPr>
                <p:spPr>
                  <a:xfrm>
                    <a:off x="8730000" y="4795920"/>
                    <a:ext cx="93240" cy="80640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15" name="Rectangle 106"/>
                  <p:cNvSpPr/>
                  <p:nvPr/>
                </p:nvSpPr>
                <p:spPr>
                  <a:xfrm>
                    <a:off x="8931600" y="4795920"/>
                    <a:ext cx="93240" cy="80640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</p:grpSp>
            <p:grpSp>
              <p:nvGrpSpPr>
                <p:cNvPr id="116" name="Group 114"/>
                <p:cNvGrpSpPr/>
                <p:nvPr/>
              </p:nvGrpSpPr>
              <p:grpSpPr>
                <a:xfrm>
                  <a:off x="7928280" y="4959000"/>
                  <a:ext cx="1096560" cy="80640"/>
                  <a:chOff x="7928280" y="4959000"/>
                  <a:chExt cx="1096560" cy="80640"/>
                </a:xfrm>
              </p:grpSpPr>
              <p:sp>
                <p:nvSpPr>
                  <p:cNvPr id="117" name="Rectangle 108"/>
                  <p:cNvSpPr/>
                  <p:nvPr/>
                </p:nvSpPr>
                <p:spPr>
                  <a:xfrm>
                    <a:off x="7928280" y="4959000"/>
                    <a:ext cx="93240" cy="80640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18" name="Rectangle 109"/>
                  <p:cNvSpPr/>
                  <p:nvPr/>
                </p:nvSpPr>
                <p:spPr>
                  <a:xfrm>
                    <a:off x="8121960" y="4959000"/>
                    <a:ext cx="99720" cy="80640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19" name="Rectangle 110"/>
                  <p:cNvSpPr/>
                  <p:nvPr/>
                </p:nvSpPr>
                <p:spPr>
                  <a:xfrm>
                    <a:off x="8328240" y="4959000"/>
                    <a:ext cx="95040" cy="80640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20" name="Rectangle 111"/>
                  <p:cNvSpPr/>
                  <p:nvPr/>
                </p:nvSpPr>
                <p:spPr>
                  <a:xfrm>
                    <a:off x="8528400" y="4959000"/>
                    <a:ext cx="95040" cy="80640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21" name="Rectangle 112"/>
                  <p:cNvSpPr/>
                  <p:nvPr/>
                </p:nvSpPr>
                <p:spPr>
                  <a:xfrm>
                    <a:off x="8730000" y="4959000"/>
                    <a:ext cx="93240" cy="80640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22" name="Rectangle 113"/>
                  <p:cNvSpPr/>
                  <p:nvPr/>
                </p:nvSpPr>
                <p:spPr>
                  <a:xfrm>
                    <a:off x="8931600" y="4959000"/>
                    <a:ext cx="93240" cy="80640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</p:grpSp>
          </p:grpSp>
        </p:grpSp>
        <p:sp>
          <p:nvSpPr>
            <p:cNvPr id="123" name="Rectangle 117"/>
            <p:cNvSpPr/>
            <p:nvPr/>
          </p:nvSpPr>
          <p:spPr>
            <a:xfrm>
              <a:off x="464040" y="361800"/>
              <a:ext cx="8216280" cy="441936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/>
            </a:ln>
            <a:effectLst>
              <a:outerShdw blurRad="63360" dir="2700000" dist="71785" rotWithShape="0">
                <a:srgbClr val="232323">
                  <a:alpha val="7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numCol="1" spcCol="0" lIns="45720" rIns="45720" anchor="ctr">
              <a:noAutofit/>
            </a:bodyPr>
            <a:p>
              <a:pPr defTabSz="685800">
                <a:lnSpc>
                  <a:spcPct val="100000"/>
                </a:lnSpc>
                <a:tabLst>
                  <a:tab algn="l" pos="0"/>
                </a:tabLst>
              </a:pPr>
              <a:endPara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</p:grpSp>
      <p:pic>
        <p:nvPicPr>
          <p:cNvPr id="124" name="Picture 121" descr="Picture 121"/>
          <p:cNvPicPr/>
          <p:nvPr/>
        </p:nvPicPr>
        <p:blipFill>
          <a:blip r:embed="rId2"/>
          <a:stretch/>
        </p:blipFill>
        <p:spPr>
          <a:xfrm>
            <a:off x="622800" y="4245840"/>
            <a:ext cx="977040" cy="440280"/>
          </a:xfrm>
          <a:prstGeom prst="rect">
            <a:avLst/>
          </a:prstGeom>
          <a:noFill/>
          <a:ln w="12700">
            <a:noFill/>
          </a:ln>
        </p:spPr>
      </p:pic>
      <p:sp>
        <p:nvSpPr>
          <p:cNvPr id="125" name="PlaceHolder 1"/>
          <p:cNvSpPr>
            <a:spLocks noGrp="1"/>
          </p:cNvSpPr>
          <p:nvPr>
            <p:ph type="sldNum" idx="2"/>
          </p:nvPr>
        </p:nvSpPr>
        <p:spPr>
          <a:xfrm>
            <a:off x="4419720" y="4627440"/>
            <a:ext cx="2133360" cy="279000"/>
          </a:xfrm>
          <a:prstGeom prst="rect">
            <a:avLst/>
          </a:prstGeom>
          <a:noFill/>
          <a:ln w="12600">
            <a:noFill/>
          </a:ln>
        </p:spPr>
        <p:txBody>
          <a:bodyPr lIns="45720" rIns="45720" tIns="45000" bIns="4500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57ACC05F-34CB-4962-A722-0D7A61254C08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IETF Hackathon - &lt;Project name&gt;" hidden="1"/>
          <p:cNvSpPr/>
          <p:nvPr/>
        </p:nvSpPr>
        <p:spPr>
          <a:xfrm>
            <a:off x="3045600" y="4731480"/>
            <a:ext cx="2763360" cy="29412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45720" rIns="45720" tIns="45000" bIns="45000" anchor="t">
            <a:sp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lang="en-US" sz="1400" b="0" u="none" strike="noStrike">
                <a:solidFill>
                  <a:srgbClr val="535353"/>
                </a:solidFill>
                <a:effectLst/>
                <a:uFillTx/>
                <a:latin typeface="Calibri"/>
                <a:ea typeface="Calibri"/>
              </a:rPr>
              <a:t>IETF Hackathon - &lt;Project name&gt;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27" name="Group 118"/>
          <p:cNvGrpSpPr/>
          <p:nvPr/>
        </p:nvGrpSpPr>
        <p:grpSpPr>
          <a:xfrm>
            <a:off x="70200" y="59400"/>
            <a:ext cx="8954640" cy="4980240"/>
            <a:chOff x="70200" y="59400"/>
            <a:chExt cx="8954640" cy="4980240"/>
          </a:xfrm>
        </p:grpSpPr>
        <p:grpSp>
          <p:nvGrpSpPr>
            <p:cNvPr id="128" name="Group 116"/>
            <p:cNvGrpSpPr/>
            <p:nvPr/>
          </p:nvGrpSpPr>
          <p:grpSpPr>
            <a:xfrm>
              <a:off x="70200" y="59400"/>
              <a:ext cx="8954640" cy="4980240"/>
              <a:chOff x="70200" y="59400"/>
              <a:chExt cx="8954640" cy="4980240"/>
            </a:xfrm>
          </p:grpSpPr>
          <p:grpSp>
            <p:nvGrpSpPr>
              <p:cNvPr id="129" name="Group 58"/>
              <p:cNvGrpSpPr/>
              <p:nvPr/>
            </p:nvGrpSpPr>
            <p:grpSpPr>
              <a:xfrm>
                <a:off x="70200" y="59400"/>
                <a:ext cx="1098360" cy="1215360"/>
                <a:chOff x="70200" y="59400"/>
                <a:chExt cx="1098360" cy="1215360"/>
              </a:xfrm>
            </p:grpSpPr>
            <p:grpSp>
              <p:nvGrpSpPr>
                <p:cNvPr id="130" name="Group 8"/>
                <p:cNvGrpSpPr/>
                <p:nvPr/>
              </p:nvGrpSpPr>
              <p:grpSpPr>
                <a:xfrm>
                  <a:off x="70200" y="59400"/>
                  <a:ext cx="1098360" cy="80640"/>
                  <a:chOff x="70200" y="59400"/>
                  <a:chExt cx="1098360" cy="80640"/>
                </a:xfrm>
              </p:grpSpPr>
              <p:sp>
                <p:nvSpPr>
                  <p:cNvPr id="131" name="Rectangle 2"/>
                  <p:cNvSpPr/>
                  <p:nvPr/>
                </p:nvSpPr>
                <p:spPr>
                  <a:xfrm>
                    <a:off x="70200" y="59400"/>
                    <a:ext cx="95040" cy="80640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32" name="Rectangle 3"/>
                  <p:cNvSpPr/>
                  <p:nvPr/>
                </p:nvSpPr>
                <p:spPr>
                  <a:xfrm>
                    <a:off x="270360" y="59400"/>
                    <a:ext cx="93240" cy="80640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33" name="Rectangle 4"/>
                  <p:cNvSpPr/>
                  <p:nvPr/>
                </p:nvSpPr>
                <p:spPr>
                  <a:xfrm>
                    <a:off x="471960" y="59400"/>
                    <a:ext cx="93240" cy="80640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34" name="Rectangle 5"/>
                  <p:cNvSpPr/>
                  <p:nvPr/>
                </p:nvSpPr>
                <p:spPr>
                  <a:xfrm>
                    <a:off x="672120" y="59400"/>
                    <a:ext cx="95040" cy="80640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35" name="Rectangle 6"/>
                  <p:cNvSpPr/>
                  <p:nvPr/>
                </p:nvSpPr>
                <p:spPr>
                  <a:xfrm>
                    <a:off x="871920" y="59400"/>
                    <a:ext cx="95040" cy="80640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36" name="Rectangle 7"/>
                  <p:cNvSpPr/>
                  <p:nvPr/>
                </p:nvSpPr>
                <p:spPr>
                  <a:xfrm>
                    <a:off x="1073520" y="59400"/>
                    <a:ext cx="95040" cy="80640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</p:grpSp>
            <p:grpSp>
              <p:nvGrpSpPr>
                <p:cNvPr id="137" name="Group 15"/>
                <p:cNvGrpSpPr/>
                <p:nvPr/>
              </p:nvGrpSpPr>
              <p:grpSpPr>
                <a:xfrm>
                  <a:off x="70200" y="219240"/>
                  <a:ext cx="1098360" cy="80640"/>
                  <a:chOff x="70200" y="219240"/>
                  <a:chExt cx="1098360" cy="80640"/>
                </a:xfrm>
              </p:grpSpPr>
              <p:sp>
                <p:nvSpPr>
                  <p:cNvPr id="138" name="Rectangle 9"/>
                  <p:cNvSpPr/>
                  <p:nvPr/>
                </p:nvSpPr>
                <p:spPr>
                  <a:xfrm>
                    <a:off x="70200" y="219240"/>
                    <a:ext cx="95040" cy="80640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39" name="Rectangle 10"/>
                  <p:cNvSpPr/>
                  <p:nvPr/>
                </p:nvSpPr>
                <p:spPr>
                  <a:xfrm>
                    <a:off x="270360" y="219240"/>
                    <a:ext cx="93240" cy="80640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40" name="Rectangle 11"/>
                  <p:cNvSpPr/>
                  <p:nvPr/>
                </p:nvSpPr>
                <p:spPr>
                  <a:xfrm>
                    <a:off x="471960" y="219240"/>
                    <a:ext cx="93240" cy="80640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41" name="Rectangle 12"/>
                  <p:cNvSpPr/>
                  <p:nvPr/>
                </p:nvSpPr>
                <p:spPr>
                  <a:xfrm>
                    <a:off x="672120" y="219240"/>
                    <a:ext cx="95040" cy="80640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42" name="Rectangle 13"/>
                  <p:cNvSpPr/>
                  <p:nvPr/>
                </p:nvSpPr>
                <p:spPr>
                  <a:xfrm>
                    <a:off x="871920" y="219240"/>
                    <a:ext cx="95040" cy="80640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43" name="Rectangle 14"/>
                  <p:cNvSpPr/>
                  <p:nvPr/>
                </p:nvSpPr>
                <p:spPr>
                  <a:xfrm>
                    <a:off x="1073520" y="219240"/>
                    <a:ext cx="95040" cy="80640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</p:grpSp>
            <p:grpSp>
              <p:nvGrpSpPr>
                <p:cNvPr id="144" name="Group 22"/>
                <p:cNvGrpSpPr/>
                <p:nvPr/>
              </p:nvGrpSpPr>
              <p:grpSpPr>
                <a:xfrm>
                  <a:off x="70200" y="382320"/>
                  <a:ext cx="1098360" cy="80640"/>
                  <a:chOff x="70200" y="382320"/>
                  <a:chExt cx="1098360" cy="80640"/>
                </a:xfrm>
              </p:grpSpPr>
              <p:sp>
                <p:nvSpPr>
                  <p:cNvPr id="145" name="Rectangle 16"/>
                  <p:cNvSpPr/>
                  <p:nvPr/>
                </p:nvSpPr>
                <p:spPr>
                  <a:xfrm>
                    <a:off x="70200" y="382320"/>
                    <a:ext cx="95040" cy="80640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46" name="Rectangle 17"/>
                  <p:cNvSpPr/>
                  <p:nvPr/>
                </p:nvSpPr>
                <p:spPr>
                  <a:xfrm>
                    <a:off x="270360" y="382320"/>
                    <a:ext cx="93240" cy="80640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47" name="Rectangle 18"/>
                  <p:cNvSpPr/>
                  <p:nvPr/>
                </p:nvSpPr>
                <p:spPr>
                  <a:xfrm>
                    <a:off x="471960" y="382320"/>
                    <a:ext cx="93240" cy="80640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48" name="Rectangle 19"/>
                  <p:cNvSpPr/>
                  <p:nvPr/>
                </p:nvSpPr>
                <p:spPr>
                  <a:xfrm>
                    <a:off x="672120" y="382320"/>
                    <a:ext cx="95040" cy="80640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49" name="Rectangle 20"/>
                  <p:cNvSpPr/>
                  <p:nvPr/>
                </p:nvSpPr>
                <p:spPr>
                  <a:xfrm>
                    <a:off x="871920" y="382320"/>
                    <a:ext cx="95040" cy="80640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50" name="Rectangle 21"/>
                  <p:cNvSpPr/>
                  <p:nvPr/>
                </p:nvSpPr>
                <p:spPr>
                  <a:xfrm>
                    <a:off x="1073520" y="382320"/>
                    <a:ext cx="95040" cy="80640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</p:grpSp>
            <p:grpSp>
              <p:nvGrpSpPr>
                <p:cNvPr id="151" name="Group 29"/>
                <p:cNvGrpSpPr/>
                <p:nvPr/>
              </p:nvGrpSpPr>
              <p:grpSpPr>
                <a:xfrm>
                  <a:off x="70200" y="545400"/>
                  <a:ext cx="1098360" cy="80640"/>
                  <a:chOff x="70200" y="545400"/>
                  <a:chExt cx="1098360" cy="80640"/>
                </a:xfrm>
              </p:grpSpPr>
              <p:sp>
                <p:nvSpPr>
                  <p:cNvPr id="152" name="Rectangle 23"/>
                  <p:cNvSpPr/>
                  <p:nvPr/>
                </p:nvSpPr>
                <p:spPr>
                  <a:xfrm>
                    <a:off x="70200" y="545400"/>
                    <a:ext cx="95040" cy="80640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53" name="Rectangle 24"/>
                  <p:cNvSpPr/>
                  <p:nvPr/>
                </p:nvSpPr>
                <p:spPr>
                  <a:xfrm>
                    <a:off x="270360" y="545400"/>
                    <a:ext cx="93240" cy="80640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54" name="Rectangle 25"/>
                  <p:cNvSpPr/>
                  <p:nvPr/>
                </p:nvSpPr>
                <p:spPr>
                  <a:xfrm>
                    <a:off x="471960" y="545400"/>
                    <a:ext cx="93240" cy="80640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55" name="Rectangle 26"/>
                  <p:cNvSpPr/>
                  <p:nvPr/>
                </p:nvSpPr>
                <p:spPr>
                  <a:xfrm>
                    <a:off x="672120" y="545400"/>
                    <a:ext cx="95040" cy="80640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56" name="Rectangle 27"/>
                  <p:cNvSpPr/>
                  <p:nvPr/>
                </p:nvSpPr>
                <p:spPr>
                  <a:xfrm>
                    <a:off x="871920" y="545400"/>
                    <a:ext cx="95040" cy="80640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57" name="Rectangle 28"/>
                  <p:cNvSpPr/>
                  <p:nvPr/>
                </p:nvSpPr>
                <p:spPr>
                  <a:xfrm>
                    <a:off x="1073520" y="545400"/>
                    <a:ext cx="95040" cy="80640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</p:grpSp>
            <p:grpSp>
              <p:nvGrpSpPr>
                <p:cNvPr id="158" name="Group 36"/>
                <p:cNvGrpSpPr/>
                <p:nvPr/>
              </p:nvGrpSpPr>
              <p:grpSpPr>
                <a:xfrm>
                  <a:off x="70200" y="705960"/>
                  <a:ext cx="1098360" cy="80640"/>
                  <a:chOff x="70200" y="705960"/>
                  <a:chExt cx="1098360" cy="80640"/>
                </a:xfrm>
              </p:grpSpPr>
              <p:sp>
                <p:nvSpPr>
                  <p:cNvPr id="159" name="Rectangle 30"/>
                  <p:cNvSpPr/>
                  <p:nvPr/>
                </p:nvSpPr>
                <p:spPr>
                  <a:xfrm>
                    <a:off x="70200" y="705960"/>
                    <a:ext cx="95040" cy="80640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60" name="Rectangle 31"/>
                  <p:cNvSpPr/>
                  <p:nvPr/>
                </p:nvSpPr>
                <p:spPr>
                  <a:xfrm>
                    <a:off x="270360" y="705960"/>
                    <a:ext cx="93240" cy="80640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61" name="Rectangle 32"/>
                  <p:cNvSpPr/>
                  <p:nvPr/>
                </p:nvSpPr>
                <p:spPr>
                  <a:xfrm>
                    <a:off x="471960" y="705960"/>
                    <a:ext cx="93240" cy="80640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62" name="Rectangle 33"/>
                  <p:cNvSpPr/>
                  <p:nvPr/>
                </p:nvSpPr>
                <p:spPr>
                  <a:xfrm>
                    <a:off x="672120" y="705960"/>
                    <a:ext cx="95040" cy="80640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63" name="Rectangle 34"/>
                  <p:cNvSpPr/>
                  <p:nvPr/>
                </p:nvSpPr>
                <p:spPr>
                  <a:xfrm>
                    <a:off x="871920" y="705960"/>
                    <a:ext cx="95040" cy="80640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64" name="Rectangle 35"/>
                  <p:cNvSpPr/>
                  <p:nvPr/>
                </p:nvSpPr>
                <p:spPr>
                  <a:xfrm>
                    <a:off x="1073520" y="705960"/>
                    <a:ext cx="95040" cy="80640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</p:grpSp>
            <p:grpSp>
              <p:nvGrpSpPr>
                <p:cNvPr id="165" name="Group 43"/>
                <p:cNvGrpSpPr/>
                <p:nvPr/>
              </p:nvGrpSpPr>
              <p:grpSpPr>
                <a:xfrm>
                  <a:off x="70200" y="869040"/>
                  <a:ext cx="1098360" cy="80640"/>
                  <a:chOff x="70200" y="869040"/>
                  <a:chExt cx="1098360" cy="80640"/>
                </a:xfrm>
              </p:grpSpPr>
              <p:sp>
                <p:nvSpPr>
                  <p:cNvPr id="166" name="Rectangle 37"/>
                  <p:cNvSpPr/>
                  <p:nvPr/>
                </p:nvSpPr>
                <p:spPr>
                  <a:xfrm>
                    <a:off x="70200" y="869040"/>
                    <a:ext cx="95040" cy="80640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67" name="Rectangle 38"/>
                  <p:cNvSpPr/>
                  <p:nvPr/>
                </p:nvSpPr>
                <p:spPr>
                  <a:xfrm>
                    <a:off x="270360" y="869040"/>
                    <a:ext cx="93240" cy="80640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68" name="Rectangle 39"/>
                  <p:cNvSpPr/>
                  <p:nvPr/>
                </p:nvSpPr>
                <p:spPr>
                  <a:xfrm>
                    <a:off x="471960" y="869040"/>
                    <a:ext cx="93240" cy="80640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69" name="Rectangle 40"/>
                  <p:cNvSpPr/>
                  <p:nvPr/>
                </p:nvSpPr>
                <p:spPr>
                  <a:xfrm>
                    <a:off x="672120" y="869040"/>
                    <a:ext cx="95040" cy="80640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70" name="Rectangle 41"/>
                  <p:cNvSpPr/>
                  <p:nvPr/>
                </p:nvSpPr>
                <p:spPr>
                  <a:xfrm>
                    <a:off x="871920" y="869040"/>
                    <a:ext cx="95040" cy="80640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71" name="Rectangle 42"/>
                  <p:cNvSpPr/>
                  <p:nvPr/>
                </p:nvSpPr>
                <p:spPr>
                  <a:xfrm>
                    <a:off x="1073520" y="869040"/>
                    <a:ext cx="95040" cy="80640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</p:grpSp>
            <p:grpSp>
              <p:nvGrpSpPr>
                <p:cNvPr id="172" name="Group 50"/>
                <p:cNvGrpSpPr/>
                <p:nvPr/>
              </p:nvGrpSpPr>
              <p:grpSpPr>
                <a:xfrm>
                  <a:off x="70200" y="1031040"/>
                  <a:ext cx="1098360" cy="80640"/>
                  <a:chOff x="70200" y="1031040"/>
                  <a:chExt cx="1098360" cy="80640"/>
                </a:xfrm>
              </p:grpSpPr>
              <p:sp>
                <p:nvSpPr>
                  <p:cNvPr id="173" name="Rectangle 44"/>
                  <p:cNvSpPr/>
                  <p:nvPr/>
                </p:nvSpPr>
                <p:spPr>
                  <a:xfrm>
                    <a:off x="70200" y="1031040"/>
                    <a:ext cx="95040" cy="80640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74" name="Rectangle 45"/>
                  <p:cNvSpPr/>
                  <p:nvPr/>
                </p:nvSpPr>
                <p:spPr>
                  <a:xfrm>
                    <a:off x="270360" y="1031040"/>
                    <a:ext cx="93240" cy="80640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75" name="Rectangle 46"/>
                  <p:cNvSpPr/>
                  <p:nvPr/>
                </p:nvSpPr>
                <p:spPr>
                  <a:xfrm>
                    <a:off x="471960" y="1031040"/>
                    <a:ext cx="93240" cy="80640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76" name="Rectangle 47"/>
                  <p:cNvSpPr/>
                  <p:nvPr/>
                </p:nvSpPr>
                <p:spPr>
                  <a:xfrm>
                    <a:off x="672120" y="1031040"/>
                    <a:ext cx="95040" cy="80640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77" name="Rectangle 48"/>
                  <p:cNvSpPr/>
                  <p:nvPr/>
                </p:nvSpPr>
                <p:spPr>
                  <a:xfrm>
                    <a:off x="871920" y="1031040"/>
                    <a:ext cx="95040" cy="80640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78" name="Rectangle 49"/>
                  <p:cNvSpPr/>
                  <p:nvPr/>
                </p:nvSpPr>
                <p:spPr>
                  <a:xfrm>
                    <a:off x="1073520" y="1031040"/>
                    <a:ext cx="95040" cy="80640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</p:grpSp>
            <p:grpSp>
              <p:nvGrpSpPr>
                <p:cNvPr id="179" name="Group 57"/>
                <p:cNvGrpSpPr/>
                <p:nvPr/>
              </p:nvGrpSpPr>
              <p:grpSpPr>
                <a:xfrm>
                  <a:off x="70200" y="1194120"/>
                  <a:ext cx="1098360" cy="80640"/>
                  <a:chOff x="70200" y="1194120"/>
                  <a:chExt cx="1098360" cy="80640"/>
                </a:xfrm>
              </p:grpSpPr>
              <p:sp>
                <p:nvSpPr>
                  <p:cNvPr id="180" name="Rectangle 51"/>
                  <p:cNvSpPr/>
                  <p:nvPr/>
                </p:nvSpPr>
                <p:spPr>
                  <a:xfrm>
                    <a:off x="70200" y="1194120"/>
                    <a:ext cx="95040" cy="80640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81" name="Rectangle 52"/>
                  <p:cNvSpPr/>
                  <p:nvPr/>
                </p:nvSpPr>
                <p:spPr>
                  <a:xfrm>
                    <a:off x="270360" y="1194120"/>
                    <a:ext cx="93240" cy="80640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82" name="Rectangle 53"/>
                  <p:cNvSpPr/>
                  <p:nvPr/>
                </p:nvSpPr>
                <p:spPr>
                  <a:xfrm>
                    <a:off x="471960" y="1194120"/>
                    <a:ext cx="93240" cy="80640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83" name="Rectangle 54"/>
                  <p:cNvSpPr/>
                  <p:nvPr/>
                </p:nvSpPr>
                <p:spPr>
                  <a:xfrm>
                    <a:off x="672120" y="1194120"/>
                    <a:ext cx="95040" cy="80640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84" name="Rectangle 55"/>
                  <p:cNvSpPr/>
                  <p:nvPr/>
                </p:nvSpPr>
                <p:spPr>
                  <a:xfrm>
                    <a:off x="871920" y="1194120"/>
                    <a:ext cx="95040" cy="80640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85" name="Rectangle 56"/>
                  <p:cNvSpPr/>
                  <p:nvPr/>
                </p:nvSpPr>
                <p:spPr>
                  <a:xfrm>
                    <a:off x="1073520" y="1194120"/>
                    <a:ext cx="95040" cy="80640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</p:grpSp>
          </p:grpSp>
          <p:grpSp>
            <p:nvGrpSpPr>
              <p:cNvPr id="186" name="Group 115"/>
              <p:cNvGrpSpPr/>
              <p:nvPr/>
            </p:nvGrpSpPr>
            <p:grpSpPr>
              <a:xfrm>
                <a:off x="7928280" y="3824280"/>
                <a:ext cx="1096560" cy="1215360"/>
                <a:chOff x="7928280" y="3824280"/>
                <a:chExt cx="1096560" cy="1215360"/>
              </a:xfrm>
            </p:grpSpPr>
            <p:grpSp>
              <p:nvGrpSpPr>
                <p:cNvPr id="187" name="Group 65"/>
                <p:cNvGrpSpPr/>
                <p:nvPr/>
              </p:nvGrpSpPr>
              <p:grpSpPr>
                <a:xfrm>
                  <a:off x="7928280" y="3824280"/>
                  <a:ext cx="1096560" cy="80640"/>
                  <a:chOff x="7928280" y="3824280"/>
                  <a:chExt cx="1096560" cy="80640"/>
                </a:xfrm>
              </p:grpSpPr>
              <p:sp>
                <p:nvSpPr>
                  <p:cNvPr id="188" name="Rectangle 59"/>
                  <p:cNvSpPr/>
                  <p:nvPr/>
                </p:nvSpPr>
                <p:spPr>
                  <a:xfrm>
                    <a:off x="7928280" y="3824280"/>
                    <a:ext cx="93240" cy="80640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89" name="Rectangle 60"/>
                  <p:cNvSpPr/>
                  <p:nvPr/>
                </p:nvSpPr>
                <p:spPr>
                  <a:xfrm>
                    <a:off x="8121960" y="3824280"/>
                    <a:ext cx="99720" cy="80640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90" name="Rectangle 61"/>
                  <p:cNvSpPr/>
                  <p:nvPr/>
                </p:nvSpPr>
                <p:spPr>
                  <a:xfrm>
                    <a:off x="8328240" y="3824280"/>
                    <a:ext cx="95040" cy="80640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91" name="Rectangle 62"/>
                  <p:cNvSpPr/>
                  <p:nvPr/>
                </p:nvSpPr>
                <p:spPr>
                  <a:xfrm>
                    <a:off x="8528400" y="3824280"/>
                    <a:ext cx="95040" cy="80640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92" name="Rectangle 63"/>
                  <p:cNvSpPr/>
                  <p:nvPr/>
                </p:nvSpPr>
                <p:spPr>
                  <a:xfrm>
                    <a:off x="8730000" y="3824280"/>
                    <a:ext cx="93240" cy="80640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93" name="Rectangle 64"/>
                  <p:cNvSpPr/>
                  <p:nvPr/>
                </p:nvSpPr>
                <p:spPr>
                  <a:xfrm>
                    <a:off x="8931600" y="3824280"/>
                    <a:ext cx="93240" cy="80640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</p:grpSp>
            <p:grpSp>
              <p:nvGrpSpPr>
                <p:cNvPr id="194" name="Group 72"/>
                <p:cNvGrpSpPr/>
                <p:nvPr/>
              </p:nvGrpSpPr>
              <p:grpSpPr>
                <a:xfrm>
                  <a:off x="7928280" y="3983760"/>
                  <a:ext cx="1096560" cy="80640"/>
                  <a:chOff x="7928280" y="3983760"/>
                  <a:chExt cx="1096560" cy="80640"/>
                </a:xfrm>
              </p:grpSpPr>
              <p:sp>
                <p:nvSpPr>
                  <p:cNvPr id="195" name="Rectangle 66"/>
                  <p:cNvSpPr/>
                  <p:nvPr/>
                </p:nvSpPr>
                <p:spPr>
                  <a:xfrm>
                    <a:off x="7928280" y="3983760"/>
                    <a:ext cx="93240" cy="80640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96" name="Rectangle 67"/>
                  <p:cNvSpPr/>
                  <p:nvPr/>
                </p:nvSpPr>
                <p:spPr>
                  <a:xfrm>
                    <a:off x="8121960" y="3983760"/>
                    <a:ext cx="99720" cy="80640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97" name="Rectangle 68"/>
                  <p:cNvSpPr/>
                  <p:nvPr/>
                </p:nvSpPr>
                <p:spPr>
                  <a:xfrm>
                    <a:off x="8328240" y="3983760"/>
                    <a:ext cx="95040" cy="80640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98" name="Rectangle 69"/>
                  <p:cNvSpPr/>
                  <p:nvPr/>
                </p:nvSpPr>
                <p:spPr>
                  <a:xfrm>
                    <a:off x="8528400" y="3983760"/>
                    <a:ext cx="95040" cy="80640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99" name="Rectangle 70"/>
                  <p:cNvSpPr/>
                  <p:nvPr/>
                </p:nvSpPr>
                <p:spPr>
                  <a:xfrm>
                    <a:off x="8730000" y="3983760"/>
                    <a:ext cx="93240" cy="80640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200" name="Rectangle 71"/>
                  <p:cNvSpPr/>
                  <p:nvPr/>
                </p:nvSpPr>
                <p:spPr>
                  <a:xfrm>
                    <a:off x="8931600" y="3983760"/>
                    <a:ext cx="93240" cy="80640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</p:grpSp>
            <p:grpSp>
              <p:nvGrpSpPr>
                <p:cNvPr id="201" name="Group 79"/>
                <p:cNvGrpSpPr/>
                <p:nvPr/>
              </p:nvGrpSpPr>
              <p:grpSpPr>
                <a:xfrm>
                  <a:off x="7928280" y="4146840"/>
                  <a:ext cx="1096560" cy="80640"/>
                  <a:chOff x="7928280" y="4146840"/>
                  <a:chExt cx="1096560" cy="80640"/>
                </a:xfrm>
              </p:grpSpPr>
              <p:sp>
                <p:nvSpPr>
                  <p:cNvPr id="202" name="Rectangle 73"/>
                  <p:cNvSpPr/>
                  <p:nvPr/>
                </p:nvSpPr>
                <p:spPr>
                  <a:xfrm>
                    <a:off x="7928280" y="4146840"/>
                    <a:ext cx="93240" cy="80640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203" name="Rectangle 74"/>
                  <p:cNvSpPr/>
                  <p:nvPr/>
                </p:nvSpPr>
                <p:spPr>
                  <a:xfrm>
                    <a:off x="8121960" y="4146840"/>
                    <a:ext cx="99720" cy="80640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204" name="Rectangle 75"/>
                  <p:cNvSpPr/>
                  <p:nvPr/>
                </p:nvSpPr>
                <p:spPr>
                  <a:xfrm>
                    <a:off x="8328240" y="4146840"/>
                    <a:ext cx="95040" cy="80640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205" name="Rectangle 76"/>
                  <p:cNvSpPr/>
                  <p:nvPr/>
                </p:nvSpPr>
                <p:spPr>
                  <a:xfrm>
                    <a:off x="8528400" y="4146840"/>
                    <a:ext cx="95040" cy="80640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206" name="Rectangle 77"/>
                  <p:cNvSpPr/>
                  <p:nvPr/>
                </p:nvSpPr>
                <p:spPr>
                  <a:xfrm>
                    <a:off x="8730000" y="4146840"/>
                    <a:ext cx="93240" cy="80640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207" name="Rectangle 78"/>
                  <p:cNvSpPr/>
                  <p:nvPr/>
                </p:nvSpPr>
                <p:spPr>
                  <a:xfrm>
                    <a:off x="8931600" y="4146840"/>
                    <a:ext cx="93240" cy="80640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</p:grpSp>
            <p:grpSp>
              <p:nvGrpSpPr>
                <p:cNvPr id="208" name="Group 86"/>
                <p:cNvGrpSpPr/>
                <p:nvPr/>
              </p:nvGrpSpPr>
              <p:grpSpPr>
                <a:xfrm>
                  <a:off x="7928280" y="4309920"/>
                  <a:ext cx="1096560" cy="80640"/>
                  <a:chOff x="7928280" y="4309920"/>
                  <a:chExt cx="1096560" cy="80640"/>
                </a:xfrm>
              </p:grpSpPr>
              <p:sp>
                <p:nvSpPr>
                  <p:cNvPr id="209" name="Rectangle 80"/>
                  <p:cNvSpPr/>
                  <p:nvPr/>
                </p:nvSpPr>
                <p:spPr>
                  <a:xfrm>
                    <a:off x="7928280" y="4309920"/>
                    <a:ext cx="93240" cy="80640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210" name="Rectangle 81"/>
                  <p:cNvSpPr/>
                  <p:nvPr/>
                </p:nvSpPr>
                <p:spPr>
                  <a:xfrm>
                    <a:off x="8121960" y="4309920"/>
                    <a:ext cx="99720" cy="80640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211" name="Rectangle 82"/>
                  <p:cNvSpPr/>
                  <p:nvPr/>
                </p:nvSpPr>
                <p:spPr>
                  <a:xfrm>
                    <a:off x="8328240" y="4309920"/>
                    <a:ext cx="95040" cy="80640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212" name="Rectangle 83"/>
                  <p:cNvSpPr/>
                  <p:nvPr/>
                </p:nvSpPr>
                <p:spPr>
                  <a:xfrm>
                    <a:off x="8528400" y="4309920"/>
                    <a:ext cx="95040" cy="80640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213" name="Rectangle 84"/>
                  <p:cNvSpPr/>
                  <p:nvPr/>
                </p:nvSpPr>
                <p:spPr>
                  <a:xfrm>
                    <a:off x="8730000" y="4309920"/>
                    <a:ext cx="93240" cy="80640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214" name="Rectangle 85"/>
                  <p:cNvSpPr/>
                  <p:nvPr/>
                </p:nvSpPr>
                <p:spPr>
                  <a:xfrm>
                    <a:off x="8931600" y="4309920"/>
                    <a:ext cx="93240" cy="80640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</p:grpSp>
            <p:grpSp>
              <p:nvGrpSpPr>
                <p:cNvPr id="215" name="Group 93"/>
                <p:cNvGrpSpPr/>
                <p:nvPr/>
              </p:nvGrpSpPr>
              <p:grpSpPr>
                <a:xfrm>
                  <a:off x="7928280" y="4470840"/>
                  <a:ext cx="1096560" cy="80640"/>
                  <a:chOff x="7928280" y="4470840"/>
                  <a:chExt cx="1096560" cy="80640"/>
                </a:xfrm>
              </p:grpSpPr>
              <p:sp>
                <p:nvSpPr>
                  <p:cNvPr id="216" name="Rectangle 87"/>
                  <p:cNvSpPr/>
                  <p:nvPr/>
                </p:nvSpPr>
                <p:spPr>
                  <a:xfrm>
                    <a:off x="7928280" y="4470840"/>
                    <a:ext cx="93240" cy="80640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217" name="Rectangle 88"/>
                  <p:cNvSpPr/>
                  <p:nvPr/>
                </p:nvSpPr>
                <p:spPr>
                  <a:xfrm>
                    <a:off x="8121960" y="4470840"/>
                    <a:ext cx="99720" cy="80640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218" name="Rectangle 89"/>
                  <p:cNvSpPr/>
                  <p:nvPr/>
                </p:nvSpPr>
                <p:spPr>
                  <a:xfrm>
                    <a:off x="8328240" y="4470840"/>
                    <a:ext cx="95040" cy="80640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219" name="Rectangle 90"/>
                  <p:cNvSpPr/>
                  <p:nvPr/>
                </p:nvSpPr>
                <p:spPr>
                  <a:xfrm>
                    <a:off x="8528400" y="4470840"/>
                    <a:ext cx="95040" cy="80640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220" name="Rectangle 91"/>
                  <p:cNvSpPr/>
                  <p:nvPr/>
                </p:nvSpPr>
                <p:spPr>
                  <a:xfrm>
                    <a:off x="8730000" y="4470840"/>
                    <a:ext cx="93240" cy="80640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221" name="Rectangle 92"/>
                  <p:cNvSpPr/>
                  <p:nvPr/>
                </p:nvSpPr>
                <p:spPr>
                  <a:xfrm>
                    <a:off x="8931600" y="4470840"/>
                    <a:ext cx="93240" cy="80640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</p:grpSp>
            <p:grpSp>
              <p:nvGrpSpPr>
                <p:cNvPr id="222" name="Group 100"/>
                <p:cNvGrpSpPr/>
                <p:nvPr/>
              </p:nvGrpSpPr>
              <p:grpSpPr>
                <a:xfrm>
                  <a:off x="7928280" y="4633920"/>
                  <a:ext cx="1096560" cy="80640"/>
                  <a:chOff x="7928280" y="4633920"/>
                  <a:chExt cx="1096560" cy="80640"/>
                </a:xfrm>
              </p:grpSpPr>
              <p:sp>
                <p:nvSpPr>
                  <p:cNvPr id="223" name="Rectangle 94"/>
                  <p:cNvSpPr/>
                  <p:nvPr/>
                </p:nvSpPr>
                <p:spPr>
                  <a:xfrm>
                    <a:off x="7928280" y="4633920"/>
                    <a:ext cx="93240" cy="80640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224" name="Rectangle 95"/>
                  <p:cNvSpPr/>
                  <p:nvPr/>
                </p:nvSpPr>
                <p:spPr>
                  <a:xfrm>
                    <a:off x="8121960" y="4633920"/>
                    <a:ext cx="99720" cy="80640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225" name="Rectangle 96"/>
                  <p:cNvSpPr/>
                  <p:nvPr/>
                </p:nvSpPr>
                <p:spPr>
                  <a:xfrm>
                    <a:off x="8328240" y="4633920"/>
                    <a:ext cx="95040" cy="80640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226" name="Rectangle 97"/>
                  <p:cNvSpPr/>
                  <p:nvPr/>
                </p:nvSpPr>
                <p:spPr>
                  <a:xfrm>
                    <a:off x="8528400" y="4633920"/>
                    <a:ext cx="95040" cy="80640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227" name="Rectangle 98"/>
                  <p:cNvSpPr/>
                  <p:nvPr/>
                </p:nvSpPr>
                <p:spPr>
                  <a:xfrm>
                    <a:off x="8730000" y="4633920"/>
                    <a:ext cx="93240" cy="80640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228" name="Rectangle 99"/>
                  <p:cNvSpPr/>
                  <p:nvPr/>
                </p:nvSpPr>
                <p:spPr>
                  <a:xfrm>
                    <a:off x="8931600" y="4633920"/>
                    <a:ext cx="93240" cy="80640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</p:grpSp>
            <p:grpSp>
              <p:nvGrpSpPr>
                <p:cNvPr id="229" name="Group 107"/>
                <p:cNvGrpSpPr/>
                <p:nvPr/>
              </p:nvGrpSpPr>
              <p:grpSpPr>
                <a:xfrm>
                  <a:off x="7928280" y="4795920"/>
                  <a:ext cx="1096560" cy="80640"/>
                  <a:chOff x="7928280" y="4795920"/>
                  <a:chExt cx="1096560" cy="80640"/>
                </a:xfrm>
              </p:grpSpPr>
              <p:sp>
                <p:nvSpPr>
                  <p:cNvPr id="230" name="Rectangle 101"/>
                  <p:cNvSpPr/>
                  <p:nvPr/>
                </p:nvSpPr>
                <p:spPr>
                  <a:xfrm>
                    <a:off x="7928280" y="4795920"/>
                    <a:ext cx="93240" cy="80640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231" name="Rectangle 102"/>
                  <p:cNvSpPr/>
                  <p:nvPr/>
                </p:nvSpPr>
                <p:spPr>
                  <a:xfrm>
                    <a:off x="8121960" y="4795920"/>
                    <a:ext cx="99720" cy="80640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232" name="Rectangle 103"/>
                  <p:cNvSpPr/>
                  <p:nvPr/>
                </p:nvSpPr>
                <p:spPr>
                  <a:xfrm>
                    <a:off x="8328240" y="4795920"/>
                    <a:ext cx="95040" cy="80640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233" name="Rectangle 104"/>
                  <p:cNvSpPr/>
                  <p:nvPr/>
                </p:nvSpPr>
                <p:spPr>
                  <a:xfrm>
                    <a:off x="8528400" y="4795920"/>
                    <a:ext cx="95040" cy="80640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234" name="Rectangle 105"/>
                  <p:cNvSpPr/>
                  <p:nvPr/>
                </p:nvSpPr>
                <p:spPr>
                  <a:xfrm>
                    <a:off x="8730000" y="4795920"/>
                    <a:ext cx="93240" cy="80640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235" name="Rectangle 106"/>
                  <p:cNvSpPr/>
                  <p:nvPr/>
                </p:nvSpPr>
                <p:spPr>
                  <a:xfrm>
                    <a:off x="8931600" y="4795920"/>
                    <a:ext cx="93240" cy="80640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</p:grpSp>
            <p:grpSp>
              <p:nvGrpSpPr>
                <p:cNvPr id="236" name="Group 114"/>
                <p:cNvGrpSpPr/>
                <p:nvPr/>
              </p:nvGrpSpPr>
              <p:grpSpPr>
                <a:xfrm>
                  <a:off x="7928280" y="4959000"/>
                  <a:ext cx="1096560" cy="80640"/>
                  <a:chOff x="7928280" y="4959000"/>
                  <a:chExt cx="1096560" cy="80640"/>
                </a:xfrm>
              </p:grpSpPr>
              <p:sp>
                <p:nvSpPr>
                  <p:cNvPr id="237" name="Rectangle 108"/>
                  <p:cNvSpPr/>
                  <p:nvPr/>
                </p:nvSpPr>
                <p:spPr>
                  <a:xfrm>
                    <a:off x="7928280" y="4959000"/>
                    <a:ext cx="93240" cy="80640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238" name="Rectangle 109"/>
                  <p:cNvSpPr/>
                  <p:nvPr/>
                </p:nvSpPr>
                <p:spPr>
                  <a:xfrm>
                    <a:off x="8121960" y="4959000"/>
                    <a:ext cx="99720" cy="80640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239" name="Rectangle 110"/>
                  <p:cNvSpPr/>
                  <p:nvPr/>
                </p:nvSpPr>
                <p:spPr>
                  <a:xfrm>
                    <a:off x="8328240" y="4959000"/>
                    <a:ext cx="95040" cy="80640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240" name="Rectangle 111"/>
                  <p:cNvSpPr/>
                  <p:nvPr/>
                </p:nvSpPr>
                <p:spPr>
                  <a:xfrm>
                    <a:off x="8528400" y="4959000"/>
                    <a:ext cx="95040" cy="80640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241" name="Rectangle 112"/>
                  <p:cNvSpPr/>
                  <p:nvPr/>
                </p:nvSpPr>
                <p:spPr>
                  <a:xfrm>
                    <a:off x="8730000" y="4959000"/>
                    <a:ext cx="93240" cy="80640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242" name="Rectangle 113"/>
                  <p:cNvSpPr/>
                  <p:nvPr/>
                </p:nvSpPr>
                <p:spPr>
                  <a:xfrm>
                    <a:off x="8931600" y="4959000"/>
                    <a:ext cx="93240" cy="80640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</p:grpSp>
          </p:grpSp>
        </p:grpSp>
        <p:sp>
          <p:nvSpPr>
            <p:cNvPr id="243" name="Rectangle 117"/>
            <p:cNvSpPr/>
            <p:nvPr/>
          </p:nvSpPr>
          <p:spPr>
            <a:xfrm>
              <a:off x="464040" y="361800"/>
              <a:ext cx="8216280" cy="441936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/>
            </a:ln>
            <a:effectLst>
              <a:outerShdw blurRad="63360" dir="2700000" dist="71785" rotWithShape="0">
                <a:srgbClr val="232323">
                  <a:alpha val="7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numCol="1" spcCol="0" lIns="45720" rIns="45720" anchor="ctr">
              <a:noAutofit/>
            </a:bodyPr>
            <a:p>
              <a:pPr defTabSz="685800">
                <a:lnSpc>
                  <a:spcPct val="100000"/>
                </a:lnSpc>
                <a:tabLst>
                  <a:tab algn="l" pos="0"/>
                </a:tabLst>
              </a:pPr>
              <a:endPara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</p:grpSp>
      <p:pic>
        <p:nvPicPr>
          <p:cNvPr id="244" name="Picture 121" descr="Picture 121"/>
          <p:cNvPicPr/>
          <p:nvPr/>
        </p:nvPicPr>
        <p:blipFill>
          <a:blip r:embed="rId2"/>
          <a:stretch/>
        </p:blipFill>
        <p:spPr>
          <a:xfrm>
            <a:off x="622800" y="4245840"/>
            <a:ext cx="977040" cy="440280"/>
          </a:xfrm>
          <a:prstGeom prst="rect">
            <a:avLst/>
          </a:prstGeom>
          <a:noFill/>
          <a:ln w="12700">
            <a:noFill/>
          </a:ln>
        </p:spPr>
      </p:pic>
      <p:sp>
        <p:nvSpPr>
          <p:cNvPr id="245" name="PlaceHolder 1"/>
          <p:cNvSpPr>
            <a:spLocks noGrp="1"/>
          </p:cNvSpPr>
          <p:nvPr>
            <p:ph type="title"/>
          </p:nvPr>
        </p:nvSpPr>
        <p:spPr>
          <a:xfrm>
            <a:off x="457200" y="204840"/>
            <a:ext cx="3008160" cy="871200"/>
          </a:xfrm>
          <a:prstGeom prst="rect">
            <a:avLst/>
          </a:prstGeom>
          <a:noFill/>
          <a:ln w="12600">
            <a:noFill/>
          </a:ln>
        </p:spPr>
        <p:txBody>
          <a:bodyPr lIns="44280" rIns="44280" tIns="44280" bIns="44280" anchor="b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lang="en-US" sz="15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Title Text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46" name="PlaceHolder 2"/>
          <p:cNvSpPr>
            <a:spLocks noGrp="1"/>
          </p:cNvSpPr>
          <p:nvPr>
            <p:ph type="body"/>
          </p:nvPr>
        </p:nvSpPr>
        <p:spPr>
          <a:xfrm>
            <a:off x="3575520" y="204840"/>
            <a:ext cx="5110920" cy="4389480"/>
          </a:xfrm>
          <a:prstGeom prst="rect">
            <a:avLst/>
          </a:prstGeom>
          <a:noFill/>
          <a:ln w="12600">
            <a:noFill/>
          </a:ln>
        </p:spPr>
        <p:txBody>
          <a:bodyPr lIns="44280" rIns="44280" tIns="44280" bIns="44280" anchor="t">
            <a:noAutofit/>
          </a:bodyPr>
          <a:p>
            <a:pPr marL="214200" indent="-214200" defTabSz="914400">
              <a:lnSpc>
                <a:spcPct val="90000"/>
              </a:lnSpc>
              <a:spcBef>
                <a:spcPts val="799"/>
              </a:spcBef>
              <a:buNone/>
              <a:tabLst>
                <a:tab algn="l" pos="0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Body Level One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214200" indent="128520" defTabSz="914400">
              <a:lnSpc>
                <a:spcPct val="90000"/>
              </a:lnSpc>
              <a:spcBef>
                <a:spcPts val="799"/>
              </a:spcBef>
              <a:buNone/>
              <a:tabLst>
                <a:tab algn="l" pos="0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Body Level Two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214200" indent="471600" defTabSz="914400">
              <a:lnSpc>
                <a:spcPct val="90000"/>
              </a:lnSpc>
              <a:spcBef>
                <a:spcPts val="799"/>
              </a:spcBef>
              <a:buNone/>
              <a:tabLst>
                <a:tab algn="l" pos="0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Body Level Three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214200" indent="814320" defTabSz="914400">
              <a:lnSpc>
                <a:spcPct val="90000"/>
              </a:lnSpc>
              <a:spcBef>
                <a:spcPts val="799"/>
              </a:spcBef>
              <a:buNone/>
              <a:tabLst>
                <a:tab algn="l" pos="0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Body Level Four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214200" indent="1157400" defTabSz="914400">
              <a:lnSpc>
                <a:spcPct val="90000"/>
              </a:lnSpc>
              <a:spcBef>
                <a:spcPts val="799"/>
              </a:spcBef>
              <a:buNone/>
              <a:tabLst>
                <a:tab algn="l" pos="0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Body Level Five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47" name="PlaceHolder 3"/>
          <p:cNvSpPr>
            <a:spLocks noGrp="1"/>
          </p:cNvSpPr>
          <p:nvPr>
            <p:ph type="body"/>
          </p:nvPr>
        </p:nvSpPr>
        <p:spPr>
          <a:xfrm>
            <a:off x="457200" y="1076400"/>
            <a:ext cx="3008160" cy="3517920"/>
          </a:xfrm>
          <a:prstGeom prst="rect">
            <a:avLst/>
          </a:prstGeom>
          <a:noFill/>
          <a:ln w="12600">
            <a:noFill/>
          </a:ln>
        </p:spPr>
        <p:txBody>
          <a:bodyPr lIns="44280" rIns="44280" tIns="44280" bIns="4428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Second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Third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Fourth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Fifth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Sixth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Seventh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48" name="PlaceHolder 4"/>
          <p:cNvSpPr>
            <a:spLocks noGrp="1"/>
          </p:cNvSpPr>
          <p:nvPr>
            <p:ph type="sldNum" idx="3"/>
          </p:nvPr>
        </p:nvSpPr>
        <p:spPr>
          <a:xfrm>
            <a:off x="4419720" y="4627440"/>
            <a:ext cx="2133360" cy="279000"/>
          </a:xfrm>
          <a:prstGeom prst="rect">
            <a:avLst/>
          </a:prstGeom>
          <a:noFill/>
          <a:ln w="12600">
            <a:noFill/>
          </a:ln>
        </p:spPr>
        <p:txBody>
          <a:bodyPr lIns="45720" rIns="45720" tIns="45000" bIns="4500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0B8F64BB-49B9-46CE-8105-8FACE3BE493B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IETF Hackathon - &lt;Project name&gt;" hidden="1"/>
          <p:cNvSpPr/>
          <p:nvPr/>
        </p:nvSpPr>
        <p:spPr>
          <a:xfrm>
            <a:off x="3045600" y="4731480"/>
            <a:ext cx="2763360" cy="29412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45720" rIns="45720" tIns="45000" bIns="45000" anchor="t">
            <a:sp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lang="en-US" sz="1400" b="0" u="none" strike="noStrike">
                <a:solidFill>
                  <a:srgbClr val="535353"/>
                </a:solidFill>
                <a:effectLst/>
                <a:uFillTx/>
                <a:latin typeface="Calibri"/>
                <a:ea typeface="Calibri"/>
              </a:rPr>
              <a:t>IETF Hackathon - &lt;Project name&gt;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250" name="Group 118"/>
          <p:cNvGrpSpPr/>
          <p:nvPr/>
        </p:nvGrpSpPr>
        <p:grpSpPr>
          <a:xfrm>
            <a:off x="70200" y="59400"/>
            <a:ext cx="8954640" cy="4980240"/>
            <a:chOff x="70200" y="59400"/>
            <a:chExt cx="8954640" cy="4980240"/>
          </a:xfrm>
        </p:grpSpPr>
        <p:grpSp>
          <p:nvGrpSpPr>
            <p:cNvPr id="251" name="Group 116"/>
            <p:cNvGrpSpPr/>
            <p:nvPr/>
          </p:nvGrpSpPr>
          <p:grpSpPr>
            <a:xfrm>
              <a:off x="70200" y="59400"/>
              <a:ext cx="8954640" cy="4980240"/>
              <a:chOff x="70200" y="59400"/>
              <a:chExt cx="8954640" cy="4980240"/>
            </a:xfrm>
          </p:grpSpPr>
          <p:grpSp>
            <p:nvGrpSpPr>
              <p:cNvPr id="252" name="Group 58"/>
              <p:cNvGrpSpPr/>
              <p:nvPr/>
            </p:nvGrpSpPr>
            <p:grpSpPr>
              <a:xfrm>
                <a:off x="70200" y="59400"/>
                <a:ext cx="1098360" cy="1215360"/>
                <a:chOff x="70200" y="59400"/>
                <a:chExt cx="1098360" cy="1215360"/>
              </a:xfrm>
            </p:grpSpPr>
            <p:grpSp>
              <p:nvGrpSpPr>
                <p:cNvPr id="253" name="Group 8"/>
                <p:cNvGrpSpPr/>
                <p:nvPr/>
              </p:nvGrpSpPr>
              <p:grpSpPr>
                <a:xfrm>
                  <a:off x="70200" y="59400"/>
                  <a:ext cx="1098360" cy="80640"/>
                  <a:chOff x="70200" y="59400"/>
                  <a:chExt cx="1098360" cy="80640"/>
                </a:xfrm>
              </p:grpSpPr>
              <p:sp>
                <p:nvSpPr>
                  <p:cNvPr id="254" name="Rectangle 2"/>
                  <p:cNvSpPr/>
                  <p:nvPr/>
                </p:nvSpPr>
                <p:spPr>
                  <a:xfrm>
                    <a:off x="70200" y="59400"/>
                    <a:ext cx="95040" cy="80640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255" name="Rectangle 3"/>
                  <p:cNvSpPr/>
                  <p:nvPr/>
                </p:nvSpPr>
                <p:spPr>
                  <a:xfrm>
                    <a:off x="270360" y="59400"/>
                    <a:ext cx="93240" cy="80640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256" name="Rectangle 4"/>
                  <p:cNvSpPr/>
                  <p:nvPr/>
                </p:nvSpPr>
                <p:spPr>
                  <a:xfrm>
                    <a:off x="471960" y="59400"/>
                    <a:ext cx="93240" cy="80640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257" name="Rectangle 5"/>
                  <p:cNvSpPr/>
                  <p:nvPr/>
                </p:nvSpPr>
                <p:spPr>
                  <a:xfrm>
                    <a:off x="672120" y="59400"/>
                    <a:ext cx="95040" cy="80640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258" name="Rectangle 6"/>
                  <p:cNvSpPr/>
                  <p:nvPr/>
                </p:nvSpPr>
                <p:spPr>
                  <a:xfrm>
                    <a:off x="871920" y="59400"/>
                    <a:ext cx="95040" cy="80640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259" name="Rectangle 7"/>
                  <p:cNvSpPr/>
                  <p:nvPr/>
                </p:nvSpPr>
                <p:spPr>
                  <a:xfrm>
                    <a:off x="1073520" y="59400"/>
                    <a:ext cx="95040" cy="80640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</p:grpSp>
            <p:grpSp>
              <p:nvGrpSpPr>
                <p:cNvPr id="260" name="Group 15"/>
                <p:cNvGrpSpPr/>
                <p:nvPr/>
              </p:nvGrpSpPr>
              <p:grpSpPr>
                <a:xfrm>
                  <a:off x="70200" y="219240"/>
                  <a:ext cx="1098360" cy="80640"/>
                  <a:chOff x="70200" y="219240"/>
                  <a:chExt cx="1098360" cy="80640"/>
                </a:xfrm>
              </p:grpSpPr>
              <p:sp>
                <p:nvSpPr>
                  <p:cNvPr id="261" name="Rectangle 9"/>
                  <p:cNvSpPr/>
                  <p:nvPr/>
                </p:nvSpPr>
                <p:spPr>
                  <a:xfrm>
                    <a:off x="70200" y="219240"/>
                    <a:ext cx="95040" cy="80640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262" name="Rectangle 10"/>
                  <p:cNvSpPr/>
                  <p:nvPr/>
                </p:nvSpPr>
                <p:spPr>
                  <a:xfrm>
                    <a:off x="270360" y="219240"/>
                    <a:ext cx="93240" cy="80640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263" name="Rectangle 11"/>
                  <p:cNvSpPr/>
                  <p:nvPr/>
                </p:nvSpPr>
                <p:spPr>
                  <a:xfrm>
                    <a:off x="471960" y="219240"/>
                    <a:ext cx="93240" cy="80640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264" name="Rectangle 12"/>
                  <p:cNvSpPr/>
                  <p:nvPr/>
                </p:nvSpPr>
                <p:spPr>
                  <a:xfrm>
                    <a:off x="672120" y="219240"/>
                    <a:ext cx="95040" cy="80640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265" name="Rectangle 13"/>
                  <p:cNvSpPr/>
                  <p:nvPr/>
                </p:nvSpPr>
                <p:spPr>
                  <a:xfrm>
                    <a:off x="871920" y="219240"/>
                    <a:ext cx="95040" cy="80640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266" name="Rectangle 14"/>
                  <p:cNvSpPr/>
                  <p:nvPr/>
                </p:nvSpPr>
                <p:spPr>
                  <a:xfrm>
                    <a:off x="1073520" y="219240"/>
                    <a:ext cx="95040" cy="80640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</p:grpSp>
            <p:grpSp>
              <p:nvGrpSpPr>
                <p:cNvPr id="267" name="Group 22"/>
                <p:cNvGrpSpPr/>
                <p:nvPr/>
              </p:nvGrpSpPr>
              <p:grpSpPr>
                <a:xfrm>
                  <a:off x="70200" y="382320"/>
                  <a:ext cx="1098360" cy="80640"/>
                  <a:chOff x="70200" y="382320"/>
                  <a:chExt cx="1098360" cy="80640"/>
                </a:xfrm>
              </p:grpSpPr>
              <p:sp>
                <p:nvSpPr>
                  <p:cNvPr id="268" name="Rectangle 16"/>
                  <p:cNvSpPr/>
                  <p:nvPr/>
                </p:nvSpPr>
                <p:spPr>
                  <a:xfrm>
                    <a:off x="70200" y="382320"/>
                    <a:ext cx="95040" cy="80640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269" name="Rectangle 17"/>
                  <p:cNvSpPr/>
                  <p:nvPr/>
                </p:nvSpPr>
                <p:spPr>
                  <a:xfrm>
                    <a:off x="270360" y="382320"/>
                    <a:ext cx="93240" cy="80640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270" name="Rectangle 18"/>
                  <p:cNvSpPr/>
                  <p:nvPr/>
                </p:nvSpPr>
                <p:spPr>
                  <a:xfrm>
                    <a:off x="471960" y="382320"/>
                    <a:ext cx="93240" cy="80640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271" name="Rectangle 19"/>
                  <p:cNvSpPr/>
                  <p:nvPr/>
                </p:nvSpPr>
                <p:spPr>
                  <a:xfrm>
                    <a:off x="672120" y="382320"/>
                    <a:ext cx="95040" cy="80640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272" name="Rectangle 20"/>
                  <p:cNvSpPr/>
                  <p:nvPr/>
                </p:nvSpPr>
                <p:spPr>
                  <a:xfrm>
                    <a:off x="871920" y="382320"/>
                    <a:ext cx="95040" cy="80640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273" name="Rectangle 21"/>
                  <p:cNvSpPr/>
                  <p:nvPr/>
                </p:nvSpPr>
                <p:spPr>
                  <a:xfrm>
                    <a:off x="1073520" y="382320"/>
                    <a:ext cx="95040" cy="80640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</p:grpSp>
            <p:grpSp>
              <p:nvGrpSpPr>
                <p:cNvPr id="274" name="Group 29"/>
                <p:cNvGrpSpPr/>
                <p:nvPr/>
              </p:nvGrpSpPr>
              <p:grpSpPr>
                <a:xfrm>
                  <a:off x="70200" y="545400"/>
                  <a:ext cx="1098360" cy="80640"/>
                  <a:chOff x="70200" y="545400"/>
                  <a:chExt cx="1098360" cy="80640"/>
                </a:xfrm>
              </p:grpSpPr>
              <p:sp>
                <p:nvSpPr>
                  <p:cNvPr id="275" name="Rectangle 23"/>
                  <p:cNvSpPr/>
                  <p:nvPr/>
                </p:nvSpPr>
                <p:spPr>
                  <a:xfrm>
                    <a:off x="70200" y="545400"/>
                    <a:ext cx="95040" cy="80640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276" name="Rectangle 24"/>
                  <p:cNvSpPr/>
                  <p:nvPr/>
                </p:nvSpPr>
                <p:spPr>
                  <a:xfrm>
                    <a:off x="270360" y="545400"/>
                    <a:ext cx="93240" cy="80640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277" name="Rectangle 25"/>
                  <p:cNvSpPr/>
                  <p:nvPr/>
                </p:nvSpPr>
                <p:spPr>
                  <a:xfrm>
                    <a:off x="471960" y="545400"/>
                    <a:ext cx="93240" cy="80640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278" name="Rectangle 26"/>
                  <p:cNvSpPr/>
                  <p:nvPr/>
                </p:nvSpPr>
                <p:spPr>
                  <a:xfrm>
                    <a:off x="672120" y="545400"/>
                    <a:ext cx="95040" cy="80640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279" name="Rectangle 27"/>
                  <p:cNvSpPr/>
                  <p:nvPr/>
                </p:nvSpPr>
                <p:spPr>
                  <a:xfrm>
                    <a:off x="871920" y="545400"/>
                    <a:ext cx="95040" cy="80640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280" name="Rectangle 28"/>
                  <p:cNvSpPr/>
                  <p:nvPr/>
                </p:nvSpPr>
                <p:spPr>
                  <a:xfrm>
                    <a:off x="1073520" y="545400"/>
                    <a:ext cx="95040" cy="80640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</p:grpSp>
            <p:grpSp>
              <p:nvGrpSpPr>
                <p:cNvPr id="281" name="Group 36"/>
                <p:cNvGrpSpPr/>
                <p:nvPr/>
              </p:nvGrpSpPr>
              <p:grpSpPr>
                <a:xfrm>
                  <a:off x="70200" y="705960"/>
                  <a:ext cx="1098360" cy="80640"/>
                  <a:chOff x="70200" y="705960"/>
                  <a:chExt cx="1098360" cy="80640"/>
                </a:xfrm>
              </p:grpSpPr>
              <p:sp>
                <p:nvSpPr>
                  <p:cNvPr id="282" name="Rectangle 30"/>
                  <p:cNvSpPr/>
                  <p:nvPr/>
                </p:nvSpPr>
                <p:spPr>
                  <a:xfrm>
                    <a:off x="70200" y="705960"/>
                    <a:ext cx="95040" cy="80640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283" name="Rectangle 31"/>
                  <p:cNvSpPr/>
                  <p:nvPr/>
                </p:nvSpPr>
                <p:spPr>
                  <a:xfrm>
                    <a:off x="270360" y="705960"/>
                    <a:ext cx="93240" cy="80640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284" name="Rectangle 32"/>
                  <p:cNvSpPr/>
                  <p:nvPr/>
                </p:nvSpPr>
                <p:spPr>
                  <a:xfrm>
                    <a:off x="471960" y="705960"/>
                    <a:ext cx="93240" cy="80640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285" name="Rectangle 33"/>
                  <p:cNvSpPr/>
                  <p:nvPr/>
                </p:nvSpPr>
                <p:spPr>
                  <a:xfrm>
                    <a:off x="672120" y="705960"/>
                    <a:ext cx="95040" cy="80640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286" name="Rectangle 34"/>
                  <p:cNvSpPr/>
                  <p:nvPr/>
                </p:nvSpPr>
                <p:spPr>
                  <a:xfrm>
                    <a:off x="871920" y="705960"/>
                    <a:ext cx="95040" cy="80640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287" name="Rectangle 35"/>
                  <p:cNvSpPr/>
                  <p:nvPr/>
                </p:nvSpPr>
                <p:spPr>
                  <a:xfrm>
                    <a:off x="1073520" y="705960"/>
                    <a:ext cx="95040" cy="80640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</p:grpSp>
            <p:grpSp>
              <p:nvGrpSpPr>
                <p:cNvPr id="288" name="Group 43"/>
                <p:cNvGrpSpPr/>
                <p:nvPr/>
              </p:nvGrpSpPr>
              <p:grpSpPr>
                <a:xfrm>
                  <a:off x="70200" y="869040"/>
                  <a:ext cx="1098360" cy="80640"/>
                  <a:chOff x="70200" y="869040"/>
                  <a:chExt cx="1098360" cy="80640"/>
                </a:xfrm>
              </p:grpSpPr>
              <p:sp>
                <p:nvSpPr>
                  <p:cNvPr id="289" name="Rectangle 37"/>
                  <p:cNvSpPr/>
                  <p:nvPr/>
                </p:nvSpPr>
                <p:spPr>
                  <a:xfrm>
                    <a:off x="70200" y="869040"/>
                    <a:ext cx="95040" cy="80640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290" name="Rectangle 38"/>
                  <p:cNvSpPr/>
                  <p:nvPr/>
                </p:nvSpPr>
                <p:spPr>
                  <a:xfrm>
                    <a:off x="270360" y="869040"/>
                    <a:ext cx="93240" cy="80640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291" name="Rectangle 39"/>
                  <p:cNvSpPr/>
                  <p:nvPr/>
                </p:nvSpPr>
                <p:spPr>
                  <a:xfrm>
                    <a:off x="471960" y="869040"/>
                    <a:ext cx="93240" cy="80640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292" name="Rectangle 40"/>
                  <p:cNvSpPr/>
                  <p:nvPr/>
                </p:nvSpPr>
                <p:spPr>
                  <a:xfrm>
                    <a:off x="672120" y="869040"/>
                    <a:ext cx="95040" cy="80640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293" name="Rectangle 41"/>
                  <p:cNvSpPr/>
                  <p:nvPr/>
                </p:nvSpPr>
                <p:spPr>
                  <a:xfrm>
                    <a:off x="871920" y="869040"/>
                    <a:ext cx="95040" cy="80640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294" name="Rectangle 42"/>
                  <p:cNvSpPr/>
                  <p:nvPr/>
                </p:nvSpPr>
                <p:spPr>
                  <a:xfrm>
                    <a:off x="1073520" y="869040"/>
                    <a:ext cx="95040" cy="80640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</p:grpSp>
            <p:grpSp>
              <p:nvGrpSpPr>
                <p:cNvPr id="295" name="Group 50"/>
                <p:cNvGrpSpPr/>
                <p:nvPr/>
              </p:nvGrpSpPr>
              <p:grpSpPr>
                <a:xfrm>
                  <a:off x="70200" y="1031040"/>
                  <a:ext cx="1098360" cy="80640"/>
                  <a:chOff x="70200" y="1031040"/>
                  <a:chExt cx="1098360" cy="80640"/>
                </a:xfrm>
              </p:grpSpPr>
              <p:sp>
                <p:nvSpPr>
                  <p:cNvPr id="296" name="Rectangle 44"/>
                  <p:cNvSpPr/>
                  <p:nvPr/>
                </p:nvSpPr>
                <p:spPr>
                  <a:xfrm>
                    <a:off x="70200" y="1031040"/>
                    <a:ext cx="95040" cy="80640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297" name="Rectangle 45"/>
                  <p:cNvSpPr/>
                  <p:nvPr/>
                </p:nvSpPr>
                <p:spPr>
                  <a:xfrm>
                    <a:off x="270360" y="1031040"/>
                    <a:ext cx="93240" cy="80640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298" name="Rectangle 46"/>
                  <p:cNvSpPr/>
                  <p:nvPr/>
                </p:nvSpPr>
                <p:spPr>
                  <a:xfrm>
                    <a:off x="471960" y="1031040"/>
                    <a:ext cx="93240" cy="80640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299" name="Rectangle 47"/>
                  <p:cNvSpPr/>
                  <p:nvPr/>
                </p:nvSpPr>
                <p:spPr>
                  <a:xfrm>
                    <a:off x="672120" y="1031040"/>
                    <a:ext cx="95040" cy="80640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300" name="Rectangle 48"/>
                  <p:cNvSpPr/>
                  <p:nvPr/>
                </p:nvSpPr>
                <p:spPr>
                  <a:xfrm>
                    <a:off x="871920" y="1031040"/>
                    <a:ext cx="95040" cy="80640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301" name="Rectangle 49"/>
                  <p:cNvSpPr/>
                  <p:nvPr/>
                </p:nvSpPr>
                <p:spPr>
                  <a:xfrm>
                    <a:off x="1073520" y="1031040"/>
                    <a:ext cx="95040" cy="80640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</p:grpSp>
            <p:grpSp>
              <p:nvGrpSpPr>
                <p:cNvPr id="302" name="Group 57"/>
                <p:cNvGrpSpPr/>
                <p:nvPr/>
              </p:nvGrpSpPr>
              <p:grpSpPr>
                <a:xfrm>
                  <a:off x="70200" y="1194120"/>
                  <a:ext cx="1098360" cy="80640"/>
                  <a:chOff x="70200" y="1194120"/>
                  <a:chExt cx="1098360" cy="80640"/>
                </a:xfrm>
              </p:grpSpPr>
              <p:sp>
                <p:nvSpPr>
                  <p:cNvPr id="303" name="Rectangle 51"/>
                  <p:cNvSpPr/>
                  <p:nvPr/>
                </p:nvSpPr>
                <p:spPr>
                  <a:xfrm>
                    <a:off x="70200" y="1194120"/>
                    <a:ext cx="95040" cy="80640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304" name="Rectangle 52"/>
                  <p:cNvSpPr/>
                  <p:nvPr/>
                </p:nvSpPr>
                <p:spPr>
                  <a:xfrm>
                    <a:off x="270360" y="1194120"/>
                    <a:ext cx="93240" cy="80640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305" name="Rectangle 53"/>
                  <p:cNvSpPr/>
                  <p:nvPr/>
                </p:nvSpPr>
                <p:spPr>
                  <a:xfrm>
                    <a:off x="471960" y="1194120"/>
                    <a:ext cx="93240" cy="80640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306" name="Rectangle 54"/>
                  <p:cNvSpPr/>
                  <p:nvPr/>
                </p:nvSpPr>
                <p:spPr>
                  <a:xfrm>
                    <a:off x="672120" y="1194120"/>
                    <a:ext cx="95040" cy="80640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307" name="Rectangle 55"/>
                  <p:cNvSpPr/>
                  <p:nvPr/>
                </p:nvSpPr>
                <p:spPr>
                  <a:xfrm>
                    <a:off x="871920" y="1194120"/>
                    <a:ext cx="95040" cy="80640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308" name="Rectangle 56"/>
                  <p:cNvSpPr/>
                  <p:nvPr/>
                </p:nvSpPr>
                <p:spPr>
                  <a:xfrm>
                    <a:off x="1073520" y="1194120"/>
                    <a:ext cx="95040" cy="80640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</p:grpSp>
          </p:grpSp>
          <p:grpSp>
            <p:nvGrpSpPr>
              <p:cNvPr id="309" name="Group 115"/>
              <p:cNvGrpSpPr/>
              <p:nvPr/>
            </p:nvGrpSpPr>
            <p:grpSpPr>
              <a:xfrm>
                <a:off x="7928280" y="3824280"/>
                <a:ext cx="1096560" cy="1215360"/>
                <a:chOff x="7928280" y="3824280"/>
                <a:chExt cx="1096560" cy="1215360"/>
              </a:xfrm>
            </p:grpSpPr>
            <p:grpSp>
              <p:nvGrpSpPr>
                <p:cNvPr id="310" name="Group 65"/>
                <p:cNvGrpSpPr/>
                <p:nvPr/>
              </p:nvGrpSpPr>
              <p:grpSpPr>
                <a:xfrm>
                  <a:off x="7928280" y="3824280"/>
                  <a:ext cx="1096560" cy="80640"/>
                  <a:chOff x="7928280" y="3824280"/>
                  <a:chExt cx="1096560" cy="80640"/>
                </a:xfrm>
              </p:grpSpPr>
              <p:sp>
                <p:nvSpPr>
                  <p:cNvPr id="311" name="Rectangle 59"/>
                  <p:cNvSpPr/>
                  <p:nvPr/>
                </p:nvSpPr>
                <p:spPr>
                  <a:xfrm>
                    <a:off x="7928280" y="3824280"/>
                    <a:ext cx="93240" cy="80640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312" name="Rectangle 60"/>
                  <p:cNvSpPr/>
                  <p:nvPr/>
                </p:nvSpPr>
                <p:spPr>
                  <a:xfrm>
                    <a:off x="8121960" y="3824280"/>
                    <a:ext cx="99720" cy="80640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313" name="Rectangle 61"/>
                  <p:cNvSpPr/>
                  <p:nvPr/>
                </p:nvSpPr>
                <p:spPr>
                  <a:xfrm>
                    <a:off x="8328240" y="3824280"/>
                    <a:ext cx="95040" cy="80640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314" name="Rectangle 62"/>
                  <p:cNvSpPr/>
                  <p:nvPr/>
                </p:nvSpPr>
                <p:spPr>
                  <a:xfrm>
                    <a:off x="8528400" y="3824280"/>
                    <a:ext cx="95040" cy="80640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315" name="Rectangle 63"/>
                  <p:cNvSpPr/>
                  <p:nvPr/>
                </p:nvSpPr>
                <p:spPr>
                  <a:xfrm>
                    <a:off x="8730000" y="3824280"/>
                    <a:ext cx="93240" cy="80640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316" name="Rectangle 64"/>
                  <p:cNvSpPr/>
                  <p:nvPr/>
                </p:nvSpPr>
                <p:spPr>
                  <a:xfrm>
                    <a:off x="8931600" y="3824280"/>
                    <a:ext cx="93240" cy="80640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</p:grpSp>
            <p:grpSp>
              <p:nvGrpSpPr>
                <p:cNvPr id="317" name="Group 72"/>
                <p:cNvGrpSpPr/>
                <p:nvPr/>
              </p:nvGrpSpPr>
              <p:grpSpPr>
                <a:xfrm>
                  <a:off x="7928280" y="3983760"/>
                  <a:ext cx="1096560" cy="80640"/>
                  <a:chOff x="7928280" y="3983760"/>
                  <a:chExt cx="1096560" cy="80640"/>
                </a:xfrm>
              </p:grpSpPr>
              <p:sp>
                <p:nvSpPr>
                  <p:cNvPr id="318" name="Rectangle 66"/>
                  <p:cNvSpPr/>
                  <p:nvPr/>
                </p:nvSpPr>
                <p:spPr>
                  <a:xfrm>
                    <a:off x="7928280" y="3983760"/>
                    <a:ext cx="93240" cy="80640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319" name="Rectangle 67"/>
                  <p:cNvSpPr/>
                  <p:nvPr/>
                </p:nvSpPr>
                <p:spPr>
                  <a:xfrm>
                    <a:off x="8121960" y="3983760"/>
                    <a:ext cx="99720" cy="80640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320" name="Rectangle 68"/>
                  <p:cNvSpPr/>
                  <p:nvPr/>
                </p:nvSpPr>
                <p:spPr>
                  <a:xfrm>
                    <a:off x="8328240" y="3983760"/>
                    <a:ext cx="95040" cy="80640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321" name="Rectangle 69"/>
                  <p:cNvSpPr/>
                  <p:nvPr/>
                </p:nvSpPr>
                <p:spPr>
                  <a:xfrm>
                    <a:off x="8528400" y="3983760"/>
                    <a:ext cx="95040" cy="80640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322" name="Rectangle 70"/>
                  <p:cNvSpPr/>
                  <p:nvPr/>
                </p:nvSpPr>
                <p:spPr>
                  <a:xfrm>
                    <a:off x="8730000" y="3983760"/>
                    <a:ext cx="93240" cy="80640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323" name="Rectangle 71"/>
                  <p:cNvSpPr/>
                  <p:nvPr/>
                </p:nvSpPr>
                <p:spPr>
                  <a:xfrm>
                    <a:off x="8931600" y="3983760"/>
                    <a:ext cx="93240" cy="80640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</p:grpSp>
            <p:grpSp>
              <p:nvGrpSpPr>
                <p:cNvPr id="324" name="Group 79"/>
                <p:cNvGrpSpPr/>
                <p:nvPr/>
              </p:nvGrpSpPr>
              <p:grpSpPr>
                <a:xfrm>
                  <a:off x="7928280" y="4146840"/>
                  <a:ext cx="1096560" cy="80640"/>
                  <a:chOff x="7928280" y="4146840"/>
                  <a:chExt cx="1096560" cy="80640"/>
                </a:xfrm>
              </p:grpSpPr>
              <p:sp>
                <p:nvSpPr>
                  <p:cNvPr id="325" name="Rectangle 73"/>
                  <p:cNvSpPr/>
                  <p:nvPr/>
                </p:nvSpPr>
                <p:spPr>
                  <a:xfrm>
                    <a:off x="7928280" y="4146840"/>
                    <a:ext cx="93240" cy="80640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326" name="Rectangle 74"/>
                  <p:cNvSpPr/>
                  <p:nvPr/>
                </p:nvSpPr>
                <p:spPr>
                  <a:xfrm>
                    <a:off x="8121960" y="4146840"/>
                    <a:ext cx="99720" cy="80640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327" name="Rectangle 75"/>
                  <p:cNvSpPr/>
                  <p:nvPr/>
                </p:nvSpPr>
                <p:spPr>
                  <a:xfrm>
                    <a:off x="8328240" y="4146840"/>
                    <a:ext cx="95040" cy="80640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328" name="Rectangle 76"/>
                  <p:cNvSpPr/>
                  <p:nvPr/>
                </p:nvSpPr>
                <p:spPr>
                  <a:xfrm>
                    <a:off x="8528400" y="4146840"/>
                    <a:ext cx="95040" cy="80640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329" name="Rectangle 77"/>
                  <p:cNvSpPr/>
                  <p:nvPr/>
                </p:nvSpPr>
                <p:spPr>
                  <a:xfrm>
                    <a:off x="8730000" y="4146840"/>
                    <a:ext cx="93240" cy="80640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330" name="Rectangle 78"/>
                  <p:cNvSpPr/>
                  <p:nvPr/>
                </p:nvSpPr>
                <p:spPr>
                  <a:xfrm>
                    <a:off x="8931600" y="4146840"/>
                    <a:ext cx="93240" cy="80640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</p:grpSp>
            <p:grpSp>
              <p:nvGrpSpPr>
                <p:cNvPr id="331" name="Group 86"/>
                <p:cNvGrpSpPr/>
                <p:nvPr/>
              </p:nvGrpSpPr>
              <p:grpSpPr>
                <a:xfrm>
                  <a:off x="7928280" y="4309920"/>
                  <a:ext cx="1096560" cy="80640"/>
                  <a:chOff x="7928280" y="4309920"/>
                  <a:chExt cx="1096560" cy="80640"/>
                </a:xfrm>
              </p:grpSpPr>
              <p:sp>
                <p:nvSpPr>
                  <p:cNvPr id="332" name="Rectangle 80"/>
                  <p:cNvSpPr/>
                  <p:nvPr/>
                </p:nvSpPr>
                <p:spPr>
                  <a:xfrm>
                    <a:off x="7928280" y="4309920"/>
                    <a:ext cx="93240" cy="80640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333" name="Rectangle 81"/>
                  <p:cNvSpPr/>
                  <p:nvPr/>
                </p:nvSpPr>
                <p:spPr>
                  <a:xfrm>
                    <a:off x="8121960" y="4309920"/>
                    <a:ext cx="99720" cy="80640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334" name="Rectangle 82"/>
                  <p:cNvSpPr/>
                  <p:nvPr/>
                </p:nvSpPr>
                <p:spPr>
                  <a:xfrm>
                    <a:off x="8328240" y="4309920"/>
                    <a:ext cx="95040" cy="80640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335" name="Rectangle 83"/>
                  <p:cNvSpPr/>
                  <p:nvPr/>
                </p:nvSpPr>
                <p:spPr>
                  <a:xfrm>
                    <a:off x="8528400" y="4309920"/>
                    <a:ext cx="95040" cy="80640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336" name="Rectangle 84"/>
                  <p:cNvSpPr/>
                  <p:nvPr/>
                </p:nvSpPr>
                <p:spPr>
                  <a:xfrm>
                    <a:off x="8730000" y="4309920"/>
                    <a:ext cx="93240" cy="80640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337" name="Rectangle 85"/>
                  <p:cNvSpPr/>
                  <p:nvPr/>
                </p:nvSpPr>
                <p:spPr>
                  <a:xfrm>
                    <a:off x="8931600" y="4309920"/>
                    <a:ext cx="93240" cy="80640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</p:grpSp>
            <p:grpSp>
              <p:nvGrpSpPr>
                <p:cNvPr id="338" name="Group 93"/>
                <p:cNvGrpSpPr/>
                <p:nvPr/>
              </p:nvGrpSpPr>
              <p:grpSpPr>
                <a:xfrm>
                  <a:off x="7928280" y="4470840"/>
                  <a:ext cx="1096560" cy="80640"/>
                  <a:chOff x="7928280" y="4470840"/>
                  <a:chExt cx="1096560" cy="80640"/>
                </a:xfrm>
              </p:grpSpPr>
              <p:sp>
                <p:nvSpPr>
                  <p:cNvPr id="339" name="Rectangle 87"/>
                  <p:cNvSpPr/>
                  <p:nvPr/>
                </p:nvSpPr>
                <p:spPr>
                  <a:xfrm>
                    <a:off x="7928280" y="4470840"/>
                    <a:ext cx="93240" cy="80640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340" name="Rectangle 88"/>
                  <p:cNvSpPr/>
                  <p:nvPr/>
                </p:nvSpPr>
                <p:spPr>
                  <a:xfrm>
                    <a:off x="8121960" y="4470840"/>
                    <a:ext cx="99720" cy="80640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341" name="Rectangle 89"/>
                  <p:cNvSpPr/>
                  <p:nvPr/>
                </p:nvSpPr>
                <p:spPr>
                  <a:xfrm>
                    <a:off x="8328240" y="4470840"/>
                    <a:ext cx="95040" cy="80640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342" name="Rectangle 90"/>
                  <p:cNvSpPr/>
                  <p:nvPr/>
                </p:nvSpPr>
                <p:spPr>
                  <a:xfrm>
                    <a:off x="8528400" y="4470840"/>
                    <a:ext cx="95040" cy="80640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343" name="Rectangle 91"/>
                  <p:cNvSpPr/>
                  <p:nvPr/>
                </p:nvSpPr>
                <p:spPr>
                  <a:xfrm>
                    <a:off x="8730000" y="4470840"/>
                    <a:ext cx="93240" cy="80640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344" name="Rectangle 92"/>
                  <p:cNvSpPr/>
                  <p:nvPr/>
                </p:nvSpPr>
                <p:spPr>
                  <a:xfrm>
                    <a:off x="8931600" y="4470840"/>
                    <a:ext cx="93240" cy="80640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</p:grpSp>
            <p:grpSp>
              <p:nvGrpSpPr>
                <p:cNvPr id="345" name="Group 100"/>
                <p:cNvGrpSpPr/>
                <p:nvPr/>
              </p:nvGrpSpPr>
              <p:grpSpPr>
                <a:xfrm>
                  <a:off x="7928280" y="4633920"/>
                  <a:ext cx="1096560" cy="80640"/>
                  <a:chOff x="7928280" y="4633920"/>
                  <a:chExt cx="1096560" cy="80640"/>
                </a:xfrm>
              </p:grpSpPr>
              <p:sp>
                <p:nvSpPr>
                  <p:cNvPr id="346" name="Rectangle 94"/>
                  <p:cNvSpPr/>
                  <p:nvPr/>
                </p:nvSpPr>
                <p:spPr>
                  <a:xfrm>
                    <a:off x="7928280" y="4633920"/>
                    <a:ext cx="93240" cy="80640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347" name="Rectangle 95"/>
                  <p:cNvSpPr/>
                  <p:nvPr/>
                </p:nvSpPr>
                <p:spPr>
                  <a:xfrm>
                    <a:off x="8121960" y="4633920"/>
                    <a:ext cx="99720" cy="80640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348" name="Rectangle 96"/>
                  <p:cNvSpPr/>
                  <p:nvPr/>
                </p:nvSpPr>
                <p:spPr>
                  <a:xfrm>
                    <a:off x="8328240" y="4633920"/>
                    <a:ext cx="95040" cy="80640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349" name="Rectangle 97"/>
                  <p:cNvSpPr/>
                  <p:nvPr/>
                </p:nvSpPr>
                <p:spPr>
                  <a:xfrm>
                    <a:off x="8528400" y="4633920"/>
                    <a:ext cx="95040" cy="80640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350" name="Rectangle 98"/>
                  <p:cNvSpPr/>
                  <p:nvPr/>
                </p:nvSpPr>
                <p:spPr>
                  <a:xfrm>
                    <a:off x="8730000" y="4633920"/>
                    <a:ext cx="93240" cy="80640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351" name="Rectangle 99"/>
                  <p:cNvSpPr/>
                  <p:nvPr/>
                </p:nvSpPr>
                <p:spPr>
                  <a:xfrm>
                    <a:off x="8931600" y="4633920"/>
                    <a:ext cx="93240" cy="80640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</p:grpSp>
            <p:grpSp>
              <p:nvGrpSpPr>
                <p:cNvPr id="352" name="Group 107"/>
                <p:cNvGrpSpPr/>
                <p:nvPr/>
              </p:nvGrpSpPr>
              <p:grpSpPr>
                <a:xfrm>
                  <a:off x="7928280" y="4795920"/>
                  <a:ext cx="1096560" cy="80640"/>
                  <a:chOff x="7928280" y="4795920"/>
                  <a:chExt cx="1096560" cy="80640"/>
                </a:xfrm>
              </p:grpSpPr>
              <p:sp>
                <p:nvSpPr>
                  <p:cNvPr id="353" name="Rectangle 101"/>
                  <p:cNvSpPr/>
                  <p:nvPr/>
                </p:nvSpPr>
                <p:spPr>
                  <a:xfrm>
                    <a:off x="7928280" y="4795920"/>
                    <a:ext cx="93240" cy="80640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354" name="Rectangle 102"/>
                  <p:cNvSpPr/>
                  <p:nvPr/>
                </p:nvSpPr>
                <p:spPr>
                  <a:xfrm>
                    <a:off x="8121960" y="4795920"/>
                    <a:ext cx="99720" cy="80640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355" name="Rectangle 103"/>
                  <p:cNvSpPr/>
                  <p:nvPr/>
                </p:nvSpPr>
                <p:spPr>
                  <a:xfrm>
                    <a:off x="8328240" y="4795920"/>
                    <a:ext cx="95040" cy="80640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356" name="Rectangle 104"/>
                  <p:cNvSpPr/>
                  <p:nvPr/>
                </p:nvSpPr>
                <p:spPr>
                  <a:xfrm>
                    <a:off x="8528400" y="4795920"/>
                    <a:ext cx="95040" cy="80640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357" name="Rectangle 105"/>
                  <p:cNvSpPr/>
                  <p:nvPr/>
                </p:nvSpPr>
                <p:spPr>
                  <a:xfrm>
                    <a:off x="8730000" y="4795920"/>
                    <a:ext cx="93240" cy="80640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358" name="Rectangle 106"/>
                  <p:cNvSpPr/>
                  <p:nvPr/>
                </p:nvSpPr>
                <p:spPr>
                  <a:xfrm>
                    <a:off x="8931600" y="4795920"/>
                    <a:ext cx="93240" cy="80640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</p:grpSp>
            <p:grpSp>
              <p:nvGrpSpPr>
                <p:cNvPr id="359" name="Group 114"/>
                <p:cNvGrpSpPr/>
                <p:nvPr/>
              </p:nvGrpSpPr>
              <p:grpSpPr>
                <a:xfrm>
                  <a:off x="7928280" y="4959000"/>
                  <a:ext cx="1096560" cy="80640"/>
                  <a:chOff x="7928280" y="4959000"/>
                  <a:chExt cx="1096560" cy="80640"/>
                </a:xfrm>
              </p:grpSpPr>
              <p:sp>
                <p:nvSpPr>
                  <p:cNvPr id="360" name="Rectangle 108"/>
                  <p:cNvSpPr/>
                  <p:nvPr/>
                </p:nvSpPr>
                <p:spPr>
                  <a:xfrm>
                    <a:off x="7928280" y="4959000"/>
                    <a:ext cx="93240" cy="80640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361" name="Rectangle 109"/>
                  <p:cNvSpPr/>
                  <p:nvPr/>
                </p:nvSpPr>
                <p:spPr>
                  <a:xfrm>
                    <a:off x="8121960" y="4959000"/>
                    <a:ext cx="99720" cy="80640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362" name="Rectangle 110"/>
                  <p:cNvSpPr/>
                  <p:nvPr/>
                </p:nvSpPr>
                <p:spPr>
                  <a:xfrm>
                    <a:off x="8328240" y="4959000"/>
                    <a:ext cx="95040" cy="80640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363" name="Rectangle 111"/>
                  <p:cNvSpPr/>
                  <p:nvPr/>
                </p:nvSpPr>
                <p:spPr>
                  <a:xfrm>
                    <a:off x="8528400" y="4959000"/>
                    <a:ext cx="95040" cy="80640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364" name="Rectangle 112"/>
                  <p:cNvSpPr/>
                  <p:nvPr/>
                </p:nvSpPr>
                <p:spPr>
                  <a:xfrm>
                    <a:off x="8730000" y="4959000"/>
                    <a:ext cx="93240" cy="80640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365" name="Rectangle 113"/>
                  <p:cNvSpPr/>
                  <p:nvPr/>
                </p:nvSpPr>
                <p:spPr>
                  <a:xfrm>
                    <a:off x="8931600" y="4959000"/>
                    <a:ext cx="93240" cy="80640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</p:grpSp>
          </p:grpSp>
        </p:grpSp>
        <p:sp>
          <p:nvSpPr>
            <p:cNvPr id="366" name="Rectangle 117"/>
            <p:cNvSpPr/>
            <p:nvPr/>
          </p:nvSpPr>
          <p:spPr>
            <a:xfrm>
              <a:off x="464040" y="361800"/>
              <a:ext cx="8216280" cy="441936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/>
            </a:ln>
            <a:effectLst>
              <a:outerShdw blurRad="63360" dir="2700000" dist="71785" rotWithShape="0">
                <a:srgbClr val="232323">
                  <a:alpha val="7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numCol="1" spcCol="0" lIns="45720" rIns="45720" anchor="ctr">
              <a:noAutofit/>
            </a:bodyPr>
            <a:p>
              <a:pPr defTabSz="685800">
                <a:lnSpc>
                  <a:spcPct val="100000"/>
                </a:lnSpc>
                <a:tabLst>
                  <a:tab algn="l" pos="0"/>
                </a:tabLst>
              </a:pPr>
              <a:endPara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</p:grpSp>
      <p:pic>
        <p:nvPicPr>
          <p:cNvPr id="367" name="Picture 121" descr="Picture 121"/>
          <p:cNvPicPr/>
          <p:nvPr/>
        </p:nvPicPr>
        <p:blipFill>
          <a:blip r:embed="rId2"/>
          <a:stretch/>
        </p:blipFill>
        <p:spPr>
          <a:xfrm>
            <a:off x="622800" y="4245840"/>
            <a:ext cx="977040" cy="440280"/>
          </a:xfrm>
          <a:prstGeom prst="rect">
            <a:avLst/>
          </a:prstGeom>
          <a:noFill/>
          <a:ln w="12700">
            <a:noFill/>
          </a:ln>
        </p:spPr>
      </p:pic>
      <p:sp>
        <p:nvSpPr>
          <p:cNvPr id="368" name="PlaceHolder 1"/>
          <p:cNvSpPr>
            <a:spLocks noGrp="1"/>
          </p:cNvSpPr>
          <p:nvPr>
            <p:ph type="title"/>
          </p:nvPr>
        </p:nvSpPr>
        <p:spPr>
          <a:xfrm>
            <a:off x="1792080" y="3600360"/>
            <a:ext cx="5486040" cy="424800"/>
          </a:xfrm>
          <a:prstGeom prst="rect">
            <a:avLst/>
          </a:prstGeom>
          <a:noFill/>
          <a:ln w="12600">
            <a:noFill/>
          </a:ln>
        </p:spPr>
        <p:txBody>
          <a:bodyPr lIns="44280" rIns="44280" tIns="44280" bIns="44280" anchor="b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lang="en-US" sz="15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Title Text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69" name="PlaceHolder 2"/>
          <p:cNvSpPr>
            <a:spLocks noGrp="1"/>
          </p:cNvSpPr>
          <p:nvPr>
            <p:ph type="body"/>
          </p:nvPr>
        </p:nvSpPr>
        <p:spPr>
          <a:xfrm>
            <a:off x="1792080" y="459720"/>
            <a:ext cx="5486040" cy="3085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70" name="PlaceHolder 3"/>
          <p:cNvSpPr>
            <a:spLocks noGrp="1"/>
          </p:cNvSpPr>
          <p:nvPr>
            <p:ph type="body"/>
          </p:nvPr>
        </p:nvSpPr>
        <p:spPr>
          <a:xfrm>
            <a:off x="1792080" y="4025520"/>
            <a:ext cx="5486040" cy="603360"/>
          </a:xfrm>
          <a:prstGeom prst="rect">
            <a:avLst/>
          </a:prstGeom>
          <a:noFill/>
          <a:ln w="12600">
            <a:noFill/>
          </a:ln>
        </p:spPr>
        <p:txBody>
          <a:bodyPr lIns="44280" rIns="44280" tIns="44280" bIns="44280" anchor="t">
            <a:noAutofit/>
          </a:bodyPr>
          <a:p>
            <a:pPr indent="0" defTabSz="914400">
              <a:lnSpc>
                <a:spcPct val="90000"/>
              </a:lnSpc>
              <a:spcBef>
                <a:spcPts val="300"/>
              </a:spcBef>
              <a:buNone/>
              <a:tabLst>
                <a:tab algn="l" pos="0"/>
              </a:tabLst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Body Level One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300"/>
              </a:spcBef>
              <a:buNone/>
              <a:tabLst>
                <a:tab algn="l" pos="0"/>
              </a:tabLst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Body Level Two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300"/>
              </a:spcBef>
              <a:buNone/>
              <a:tabLst>
                <a:tab algn="l" pos="0"/>
              </a:tabLst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Body Level Three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300"/>
              </a:spcBef>
              <a:buNone/>
              <a:tabLst>
                <a:tab algn="l" pos="0"/>
              </a:tabLst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Body Level Four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300"/>
              </a:spcBef>
              <a:buNone/>
              <a:tabLst>
                <a:tab algn="l" pos="0"/>
              </a:tabLst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Body Level Five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71" name="PlaceHolder 4"/>
          <p:cNvSpPr>
            <a:spLocks noGrp="1"/>
          </p:cNvSpPr>
          <p:nvPr>
            <p:ph type="sldNum" idx="4"/>
          </p:nvPr>
        </p:nvSpPr>
        <p:spPr>
          <a:xfrm>
            <a:off x="4419720" y="4627440"/>
            <a:ext cx="2133360" cy="279000"/>
          </a:xfrm>
          <a:prstGeom prst="rect">
            <a:avLst/>
          </a:prstGeom>
          <a:noFill/>
          <a:ln w="12600">
            <a:noFill/>
          </a:ln>
        </p:spPr>
        <p:txBody>
          <a:bodyPr lIns="45720" rIns="45720" tIns="45000" bIns="4500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DA9D7262-5E3B-408C-90A8-2185F0A66223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IETF Hackathon - &lt;Project name&gt;" hidden="1"/>
          <p:cNvSpPr/>
          <p:nvPr/>
        </p:nvSpPr>
        <p:spPr>
          <a:xfrm>
            <a:off x="3045600" y="4731480"/>
            <a:ext cx="2763360" cy="29412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45720" rIns="45720" tIns="45000" bIns="45000" anchor="t">
            <a:sp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lang="en-US" sz="1400" b="0" u="none" strike="noStrike">
                <a:solidFill>
                  <a:srgbClr val="535353"/>
                </a:solidFill>
                <a:effectLst/>
                <a:uFillTx/>
                <a:latin typeface="Calibri"/>
                <a:ea typeface="Calibri"/>
              </a:rPr>
              <a:t>IETF Hackathon - &lt;Project name&gt;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373" name="Group 118"/>
          <p:cNvGrpSpPr/>
          <p:nvPr/>
        </p:nvGrpSpPr>
        <p:grpSpPr>
          <a:xfrm>
            <a:off x="70200" y="59400"/>
            <a:ext cx="8954640" cy="4980240"/>
            <a:chOff x="70200" y="59400"/>
            <a:chExt cx="8954640" cy="4980240"/>
          </a:xfrm>
        </p:grpSpPr>
        <p:grpSp>
          <p:nvGrpSpPr>
            <p:cNvPr id="374" name="Group 116"/>
            <p:cNvGrpSpPr/>
            <p:nvPr/>
          </p:nvGrpSpPr>
          <p:grpSpPr>
            <a:xfrm>
              <a:off x="70200" y="59400"/>
              <a:ext cx="8954640" cy="4980240"/>
              <a:chOff x="70200" y="59400"/>
              <a:chExt cx="8954640" cy="4980240"/>
            </a:xfrm>
          </p:grpSpPr>
          <p:grpSp>
            <p:nvGrpSpPr>
              <p:cNvPr id="375" name="Group 58"/>
              <p:cNvGrpSpPr/>
              <p:nvPr/>
            </p:nvGrpSpPr>
            <p:grpSpPr>
              <a:xfrm>
                <a:off x="70200" y="59400"/>
                <a:ext cx="1098360" cy="1215360"/>
                <a:chOff x="70200" y="59400"/>
                <a:chExt cx="1098360" cy="1215360"/>
              </a:xfrm>
            </p:grpSpPr>
            <p:grpSp>
              <p:nvGrpSpPr>
                <p:cNvPr id="376" name="Group 8"/>
                <p:cNvGrpSpPr/>
                <p:nvPr/>
              </p:nvGrpSpPr>
              <p:grpSpPr>
                <a:xfrm>
                  <a:off x="70200" y="59400"/>
                  <a:ext cx="1098360" cy="80640"/>
                  <a:chOff x="70200" y="59400"/>
                  <a:chExt cx="1098360" cy="80640"/>
                </a:xfrm>
              </p:grpSpPr>
              <p:sp>
                <p:nvSpPr>
                  <p:cNvPr id="377" name="Rectangle 2"/>
                  <p:cNvSpPr/>
                  <p:nvPr/>
                </p:nvSpPr>
                <p:spPr>
                  <a:xfrm>
                    <a:off x="70200" y="59400"/>
                    <a:ext cx="95040" cy="80640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378" name="Rectangle 3"/>
                  <p:cNvSpPr/>
                  <p:nvPr/>
                </p:nvSpPr>
                <p:spPr>
                  <a:xfrm>
                    <a:off x="270360" y="59400"/>
                    <a:ext cx="93240" cy="80640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379" name="Rectangle 4"/>
                  <p:cNvSpPr/>
                  <p:nvPr/>
                </p:nvSpPr>
                <p:spPr>
                  <a:xfrm>
                    <a:off x="471960" y="59400"/>
                    <a:ext cx="93240" cy="80640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380" name="Rectangle 5"/>
                  <p:cNvSpPr/>
                  <p:nvPr/>
                </p:nvSpPr>
                <p:spPr>
                  <a:xfrm>
                    <a:off x="672120" y="59400"/>
                    <a:ext cx="95040" cy="80640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381" name="Rectangle 6"/>
                  <p:cNvSpPr/>
                  <p:nvPr/>
                </p:nvSpPr>
                <p:spPr>
                  <a:xfrm>
                    <a:off x="871920" y="59400"/>
                    <a:ext cx="95040" cy="80640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382" name="Rectangle 7"/>
                  <p:cNvSpPr/>
                  <p:nvPr/>
                </p:nvSpPr>
                <p:spPr>
                  <a:xfrm>
                    <a:off x="1073520" y="59400"/>
                    <a:ext cx="95040" cy="80640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</p:grpSp>
            <p:grpSp>
              <p:nvGrpSpPr>
                <p:cNvPr id="383" name="Group 15"/>
                <p:cNvGrpSpPr/>
                <p:nvPr/>
              </p:nvGrpSpPr>
              <p:grpSpPr>
                <a:xfrm>
                  <a:off x="70200" y="219240"/>
                  <a:ext cx="1098360" cy="80640"/>
                  <a:chOff x="70200" y="219240"/>
                  <a:chExt cx="1098360" cy="80640"/>
                </a:xfrm>
              </p:grpSpPr>
              <p:sp>
                <p:nvSpPr>
                  <p:cNvPr id="384" name="Rectangle 9"/>
                  <p:cNvSpPr/>
                  <p:nvPr/>
                </p:nvSpPr>
                <p:spPr>
                  <a:xfrm>
                    <a:off x="70200" y="219240"/>
                    <a:ext cx="95040" cy="80640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385" name="Rectangle 10"/>
                  <p:cNvSpPr/>
                  <p:nvPr/>
                </p:nvSpPr>
                <p:spPr>
                  <a:xfrm>
                    <a:off x="270360" y="219240"/>
                    <a:ext cx="93240" cy="80640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386" name="Rectangle 11"/>
                  <p:cNvSpPr/>
                  <p:nvPr/>
                </p:nvSpPr>
                <p:spPr>
                  <a:xfrm>
                    <a:off x="471960" y="219240"/>
                    <a:ext cx="93240" cy="80640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387" name="Rectangle 12"/>
                  <p:cNvSpPr/>
                  <p:nvPr/>
                </p:nvSpPr>
                <p:spPr>
                  <a:xfrm>
                    <a:off x="672120" y="219240"/>
                    <a:ext cx="95040" cy="80640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388" name="Rectangle 13"/>
                  <p:cNvSpPr/>
                  <p:nvPr/>
                </p:nvSpPr>
                <p:spPr>
                  <a:xfrm>
                    <a:off x="871920" y="219240"/>
                    <a:ext cx="95040" cy="80640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389" name="Rectangle 14"/>
                  <p:cNvSpPr/>
                  <p:nvPr/>
                </p:nvSpPr>
                <p:spPr>
                  <a:xfrm>
                    <a:off x="1073520" y="219240"/>
                    <a:ext cx="95040" cy="80640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</p:grpSp>
            <p:grpSp>
              <p:nvGrpSpPr>
                <p:cNvPr id="390" name="Group 22"/>
                <p:cNvGrpSpPr/>
                <p:nvPr/>
              </p:nvGrpSpPr>
              <p:grpSpPr>
                <a:xfrm>
                  <a:off x="70200" y="382320"/>
                  <a:ext cx="1098360" cy="80640"/>
                  <a:chOff x="70200" y="382320"/>
                  <a:chExt cx="1098360" cy="80640"/>
                </a:xfrm>
              </p:grpSpPr>
              <p:sp>
                <p:nvSpPr>
                  <p:cNvPr id="391" name="Rectangle 16"/>
                  <p:cNvSpPr/>
                  <p:nvPr/>
                </p:nvSpPr>
                <p:spPr>
                  <a:xfrm>
                    <a:off x="70200" y="382320"/>
                    <a:ext cx="95040" cy="80640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392" name="Rectangle 17"/>
                  <p:cNvSpPr/>
                  <p:nvPr/>
                </p:nvSpPr>
                <p:spPr>
                  <a:xfrm>
                    <a:off x="270360" y="382320"/>
                    <a:ext cx="93240" cy="80640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393" name="Rectangle 18"/>
                  <p:cNvSpPr/>
                  <p:nvPr/>
                </p:nvSpPr>
                <p:spPr>
                  <a:xfrm>
                    <a:off x="471960" y="382320"/>
                    <a:ext cx="93240" cy="80640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394" name="Rectangle 19"/>
                  <p:cNvSpPr/>
                  <p:nvPr/>
                </p:nvSpPr>
                <p:spPr>
                  <a:xfrm>
                    <a:off x="672120" y="382320"/>
                    <a:ext cx="95040" cy="80640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395" name="Rectangle 20"/>
                  <p:cNvSpPr/>
                  <p:nvPr/>
                </p:nvSpPr>
                <p:spPr>
                  <a:xfrm>
                    <a:off x="871920" y="382320"/>
                    <a:ext cx="95040" cy="80640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396" name="Rectangle 21"/>
                  <p:cNvSpPr/>
                  <p:nvPr/>
                </p:nvSpPr>
                <p:spPr>
                  <a:xfrm>
                    <a:off x="1073520" y="382320"/>
                    <a:ext cx="95040" cy="80640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</p:grpSp>
            <p:grpSp>
              <p:nvGrpSpPr>
                <p:cNvPr id="397" name="Group 29"/>
                <p:cNvGrpSpPr/>
                <p:nvPr/>
              </p:nvGrpSpPr>
              <p:grpSpPr>
                <a:xfrm>
                  <a:off x="70200" y="545400"/>
                  <a:ext cx="1098360" cy="80640"/>
                  <a:chOff x="70200" y="545400"/>
                  <a:chExt cx="1098360" cy="80640"/>
                </a:xfrm>
              </p:grpSpPr>
              <p:sp>
                <p:nvSpPr>
                  <p:cNvPr id="398" name="Rectangle 23"/>
                  <p:cNvSpPr/>
                  <p:nvPr/>
                </p:nvSpPr>
                <p:spPr>
                  <a:xfrm>
                    <a:off x="70200" y="545400"/>
                    <a:ext cx="95040" cy="80640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399" name="Rectangle 24"/>
                  <p:cNvSpPr/>
                  <p:nvPr/>
                </p:nvSpPr>
                <p:spPr>
                  <a:xfrm>
                    <a:off x="270360" y="545400"/>
                    <a:ext cx="93240" cy="80640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400" name="Rectangle 25"/>
                  <p:cNvSpPr/>
                  <p:nvPr/>
                </p:nvSpPr>
                <p:spPr>
                  <a:xfrm>
                    <a:off x="471960" y="545400"/>
                    <a:ext cx="93240" cy="80640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401" name="Rectangle 26"/>
                  <p:cNvSpPr/>
                  <p:nvPr/>
                </p:nvSpPr>
                <p:spPr>
                  <a:xfrm>
                    <a:off x="672120" y="545400"/>
                    <a:ext cx="95040" cy="80640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402" name="Rectangle 27"/>
                  <p:cNvSpPr/>
                  <p:nvPr/>
                </p:nvSpPr>
                <p:spPr>
                  <a:xfrm>
                    <a:off x="871920" y="545400"/>
                    <a:ext cx="95040" cy="80640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403" name="Rectangle 28"/>
                  <p:cNvSpPr/>
                  <p:nvPr/>
                </p:nvSpPr>
                <p:spPr>
                  <a:xfrm>
                    <a:off x="1073520" y="545400"/>
                    <a:ext cx="95040" cy="80640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</p:grpSp>
            <p:grpSp>
              <p:nvGrpSpPr>
                <p:cNvPr id="404" name="Group 36"/>
                <p:cNvGrpSpPr/>
                <p:nvPr/>
              </p:nvGrpSpPr>
              <p:grpSpPr>
                <a:xfrm>
                  <a:off x="70200" y="705960"/>
                  <a:ext cx="1098360" cy="80640"/>
                  <a:chOff x="70200" y="705960"/>
                  <a:chExt cx="1098360" cy="80640"/>
                </a:xfrm>
              </p:grpSpPr>
              <p:sp>
                <p:nvSpPr>
                  <p:cNvPr id="405" name="Rectangle 30"/>
                  <p:cNvSpPr/>
                  <p:nvPr/>
                </p:nvSpPr>
                <p:spPr>
                  <a:xfrm>
                    <a:off x="70200" y="705960"/>
                    <a:ext cx="95040" cy="80640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406" name="Rectangle 31"/>
                  <p:cNvSpPr/>
                  <p:nvPr/>
                </p:nvSpPr>
                <p:spPr>
                  <a:xfrm>
                    <a:off x="270360" y="705960"/>
                    <a:ext cx="93240" cy="80640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407" name="Rectangle 32"/>
                  <p:cNvSpPr/>
                  <p:nvPr/>
                </p:nvSpPr>
                <p:spPr>
                  <a:xfrm>
                    <a:off x="471960" y="705960"/>
                    <a:ext cx="93240" cy="80640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408" name="Rectangle 33"/>
                  <p:cNvSpPr/>
                  <p:nvPr/>
                </p:nvSpPr>
                <p:spPr>
                  <a:xfrm>
                    <a:off x="672120" y="705960"/>
                    <a:ext cx="95040" cy="80640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409" name="Rectangle 34"/>
                  <p:cNvSpPr/>
                  <p:nvPr/>
                </p:nvSpPr>
                <p:spPr>
                  <a:xfrm>
                    <a:off x="871920" y="705960"/>
                    <a:ext cx="95040" cy="80640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410" name="Rectangle 35"/>
                  <p:cNvSpPr/>
                  <p:nvPr/>
                </p:nvSpPr>
                <p:spPr>
                  <a:xfrm>
                    <a:off x="1073520" y="705960"/>
                    <a:ext cx="95040" cy="80640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</p:grpSp>
            <p:grpSp>
              <p:nvGrpSpPr>
                <p:cNvPr id="411" name="Group 43"/>
                <p:cNvGrpSpPr/>
                <p:nvPr/>
              </p:nvGrpSpPr>
              <p:grpSpPr>
                <a:xfrm>
                  <a:off x="70200" y="869040"/>
                  <a:ext cx="1098360" cy="80640"/>
                  <a:chOff x="70200" y="869040"/>
                  <a:chExt cx="1098360" cy="80640"/>
                </a:xfrm>
              </p:grpSpPr>
              <p:sp>
                <p:nvSpPr>
                  <p:cNvPr id="412" name="Rectangle 37"/>
                  <p:cNvSpPr/>
                  <p:nvPr/>
                </p:nvSpPr>
                <p:spPr>
                  <a:xfrm>
                    <a:off x="70200" y="869040"/>
                    <a:ext cx="95040" cy="80640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413" name="Rectangle 38"/>
                  <p:cNvSpPr/>
                  <p:nvPr/>
                </p:nvSpPr>
                <p:spPr>
                  <a:xfrm>
                    <a:off x="270360" y="869040"/>
                    <a:ext cx="93240" cy="80640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414" name="Rectangle 39"/>
                  <p:cNvSpPr/>
                  <p:nvPr/>
                </p:nvSpPr>
                <p:spPr>
                  <a:xfrm>
                    <a:off x="471960" y="869040"/>
                    <a:ext cx="93240" cy="80640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415" name="Rectangle 40"/>
                  <p:cNvSpPr/>
                  <p:nvPr/>
                </p:nvSpPr>
                <p:spPr>
                  <a:xfrm>
                    <a:off x="672120" y="869040"/>
                    <a:ext cx="95040" cy="80640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416" name="Rectangle 41"/>
                  <p:cNvSpPr/>
                  <p:nvPr/>
                </p:nvSpPr>
                <p:spPr>
                  <a:xfrm>
                    <a:off x="871920" y="869040"/>
                    <a:ext cx="95040" cy="80640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417" name="Rectangle 42"/>
                  <p:cNvSpPr/>
                  <p:nvPr/>
                </p:nvSpPr>
                <p:spPr>
                  <a:xfrm>
                    <a:off x="1073520" y="869040"/>
                    <a:ext cx="95040" cy="80640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</p:grpSp>
            <p:grpSp>
              <p:nvGrpSpPr>
                <p:cNvPr id="418" name="Group 50"/>
                <p:cNvGrpSpPr/>
                <p:nvPr/>
              </p:nvGrpSpPr>
              <p:grpSpPr>
                <a:xfrm>
                  <a:off x="70200" y="1031040"/>
                  <a:ext cx="1098360" cy="80640"/>
                  <a:chOff x="70200" y="1031040"/>
                  <a:chExt cx="1098360" cy="80640"/>
                </a:xfrm>
              </p:grpSpPr>
              <p:sp>
                <p:nvSpPr>
                  <p:cNvPr id="419" name="Rectangle 44"/>
                  <p:cNvSpPr/>
                  <p:nvPr/>
                </p:nvSpPr>
                <p:spPr>
                  <a:xfrm>
                    <a:off x="70200" y="1031040"/>
                    <a:ext cx="95040" cy="80640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420" name="Rectangle 45"/>
                  <p:cNvSpPr/>
                  <p:nvPr/>
                </p:nvSpPr>
                <p:spPr>
                  <a:xfrm>
                    <a:off x="270360" y="1031040"/>
                    <a:ext cx="93240" cy="80640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421" name="Rectangle 46"/>
                  <p:cNvSpPr/>
                  <p:nvPr/>
                </p:nvSpPr>
                <p:spPr>
                  <a:xfrm>
                    <a:off x="471960" y="1031040"/>
                    <a:ext cx="93240" cy="80640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422" name="Rectangle 47"/>
                  <p:cNvSpPr/>
                  <p:nvPr/>
                </p:nvSpPr>
                <p:spPr>
                  <a:xfrm>
                    <a:off x="672120" y="1031040"/>
                    <a:ext cx="95040" cy="80640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423" name="Rectangle 48"/>
                  <p:cNvSpPr/>
                  <p:nvPr/>
                </p:nvSpPr>
                <p:spPr>
                  <a:xfrm>
                    <a:off x="871920" y="1031040"/>
                    <a:ext cx="95040" cy="80640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424" name="Rectangle 49"/>
                  <p:cNvSpPr/>
                  <p:nvPr/>
                </p:nvSpPr>
                <p:spPr>
                  <a:xfrm>
                    <a:off x="1073520" y="1031040"/>
                    <a:ext cx="95040" cy="80640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</p:grpSp>
            <p:grpSp>
              <p:nvGrpSpPr>
                <p:cNvPr id="425" name="Group 57"/>
                <p:cNvGrpSpPr/>
                <p:nvPr/>
              </p:nvGrpSpPr>
              <p:grpSpPr>
                <a:xfrm>
                  <a:off x="70200" y="1194120"/>
                  <a:ext cx="1098360" cy="80640"/>
                  <a:chOff x="70200" y="1194120"/>
                  <a:chExt cx="1098360" cy="80640"/>
                </a:xfrm>
              </p:grpSpPr>
              <p:sp>
                <p:nvSpPr>
                  <p:cNvPr id="426" name="Rectangle 51"/>
                  <p:cNvSpPr/>
                  <p:nvPr/>
                </p:nvSpPr>
                <p:spPr>
                  <a:xfrm>
                    <a:off x="70200" y="1194120"/>
                    <a:ext cx="95040" cy="80640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427" name="Rectangle 52"/>
                  <p:cNvSpPr/>
                  <p:nvPr/>
                </p:nvSpPr>
                <p:spPr>
                  <a:xfrm>
                    <a:off x="270360" y="1194120"/>
                    <a:ext cx="93240" cy="80640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428" name="Rectangle 53"/>
                  <p:cNvSpPr/>
                  <p:nvPr/>
                </p:nvSpPr>
                <p:spPr>
                  <a:xfrm>
                    <a:off x="471960" y="1194120"/>
                    <a:ext cx="93240" cy="80640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429" name="Rectangle 54"/>
                  <p:cNvSpPr/>
                  <p:nvPr/>
                </p:nvSpPr>
                <p:spPr>
                  <a:xfrm>
                    <a:off x="672120" y="1194120"/>
                    <a:ext cx="95040" cy="80640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430" name="Rectangle 55"/>
                  <p:cNvSpPr/>
                  <p:nvPr/>
                </p:nvSpPr>
                <p:spPr>
                  <a:xfrm>
                    <a:off x="871920" y="1194120"/>
                    <a:ext cx="95040" cy="80640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431" name="Rectangle 56"/>
                  <p:cNvSpPr/>
                  <p:nvPr/>
                </p:nvSpPr>
                <p:spPr>
                  <a:xfrm>
                    <a:off x="1073520" y="1194120"/>
                    <a:ext cx="95040" cy="80640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</p:grpSp>
          </p:grpSp>
          <p:grpSp>
            <p:nvGrpSpPr>
              <p:cNvPr id="432" name="Group 115"/>
              <p:cNvGrpSpPr/>
              <p:nvPr/>
            </p:nvGrpSpPr>
            <p:grpSpPr>
              <a:xfrm>
                <a:off x="7928280" y="3824280"/>
                <a:ext cx="1096560" cy="1215360"/>
                <a:chOff x="7928280" y="3824280"/>
                <a:chExt cx="1096560" cy="1215360"/>
              </a:xfrm>
            </p:grpSpPr>
            <p:grpSp>
              <p:nvGrpSpPr>
                <p:cNvPr id="433" name="Group 65"/>
                <p:cNvGrpSpPr/>
                <p:nvPr/>
              </p:nvGrpSpPr>
              <p:grpSpPr>
                <a:xfrm>
                  <a:off x="7928280" y="3824280"/>
                  <a:ext cx="1096560" cy="80640"/>
                  <a:chOff x="7928280" y="3824280"/>
                  <a:chExt cx="1096560" cy="80640"/>
                </a:xfrm>
              </p:grpSpPr>
              <p:sp>
                <p:nvSpPr>
                  <p:cNvPr id="434" name="Rectangle 59"/>
                  <p:cNvSpPr/>
                  <p:nvPr/>
                </p:nvSpPr>
                <p:spPr>
                  <a:xfrm>
                    <a:off x="7928280" y="3824280"/>
                    <a:ext cx="93240" cy="80640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435" name="Rectangle 60"/>
                  <p:cNvSpPr/>
                  <p:nvPr/>
                </p:nvSpPr>
                <p:spPr>
                  <a:xfrm>
                    <a:off x="8121960" y="3824280"/>
                    <a:ext cx="99720" cy="80640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436" name="Rectangle 61"/>
                  <p:cNvSpPr/>
                  <p:nvPr/>
                </p:nvSpPr>
                <p:spPr>
                  <a:xfrm>
                    <a:off x="8328240" y="3824280"/>
                    <a:ext cx="95040" cy="80640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437" name="Rectangle 62"/>
                  <p:cNvSpPr/>
                  <p:nvPr/>
                </p:nvSpPr>
                <p:spPr>
                  <a:xfrm>
                    <a:off x="8528400" y="3824280"/>
                    <a:ext cx="95040" cy="80640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438" name="Rectangle 63"/>
                  <p:cNvSpPr/>
                  <p:nvPr/>
                </p:nvSpPr>
                <p:spPr>
                  <a:xfrm>
                    <a:off x="8730000" y="3824280"/>
                    <a:ext cx="93240" cy="80640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439" name="Rectangle 64"/>
                  <p:cNvSpPr/>
                  <p:nvPr/>
                </p:nvSpPr>
                <p:spPr>
                  <a:xfrm>
                    <a:off x="8931600" y="3824280"/>
                    <a:ext cx="93240" cy="80640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</p:grpSp>
            <p:grpSp>
              <p:nvGrpSpPr>
                <p:cNvPr id="440" name="Group 72"/>
                <p:cNvGrpSpPr/>
                <p:nvPr/>
              </p:nvGrpSpPr>
              <p:grpSpPr>
                <a:xfrm>
                  <a:off x="7928280" y="3983760"/>
                  <a:ext cx="1096560" cy="80640"/>
                  <a:chOff x="7928280" y="3983760"/>
                  <a:chExt cx="1096560" cy="80640"/>
                </a:xfrm>
              </p:grpSpPr>
              <p:sp>
                <p:nvSpPr>
                  <p:cNvPr id="441" name="Rectangle 66"/>
                  <p:cNvSpPr/>
                  <p:nvPr/>
                </p:nvSpPr>
                <p:spPr>
                  <a:xfrm>
                    <a:off x="7928280" y="3983760"/>
                    <a:ext cx="93240" cy="80640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442" name="Rectangle 67"/>
                  <p:cNvSpPr/>
                  <p:nvPr/>
                </p:nvSpPr>
                <p:spPr>
                  <a:xfrm>
                    <a:off x="8121960" y="3983760"/>
                    <a:ext cx="99720" cy="80640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443" name="Rectangle 68"/>
                  <p:cNvSpPr/>
                  <p:nvPr/>
                </p:nvSpPr>
                <p:spPr>
                  <a:xfrm>
                    <a:off x="8328240" y="3983760"/>
                    <a:ext cx="95040" cy="80640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444" name="Rectangle 69"/>
                  <p:cNvSpPr/>
                  <p:nvPr/>
                </p:nvSpPr>
                <p:spPr>
                  <a:xfrm>
                    <a:off x="8528400" y="3983760"/>
                    <a:ext cx="95040" cy="80640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445" name="Rectangle 70"/>
                  <p:cNvSpPr/>
                  <p:nvPr/>
                </p:nvSpPr>
                <p:spPr>
                  <a:xfrm>
                    <a:off x="8730000" y="3983760"/>
                    <a:ext cx="93240" cy="80640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446" name="Rectangle 71"/>
                  <p:cNvSpPr/>
                  <p:nvPr/>
                </p:nvSpPr>
                <p:spPr>
                  <a:xfrm>
                    <a:off x="8931600" y="3983760"/>
                    <a:ext cx="93240" cy="80640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</p:grpSp>
            <p:grpSp>
              <p:nvGrpSpPr>
                <p:cNvPr id="447" name="Group 79"/>
                <p:cNvGrpSpPr/>
                <p:nvPr/>
              </p:nvGrpSpPr>
              <p:grpSpPr>
                <a:xfrm>
                  <a:off x="7928280" y="4146840"/>
                  <a:ext cx="1096560" cy="80640"/>
                  <a:chOff x="7928280" y="4146840"/>
                  <a:chExt cx="1096560" cy="80640"/>
                </a:xfrm>
              </p:grpSpPr>
              <p:sp>
                <p:nvSpPr>
                  <p:cNvPr id="448" name="Rectangle 73"/>
                  <p:cNvSpPr/>
                  <p:nvPr/>
                </p:nvSpPr>
                <p:spPr>
                  <a:xfrm>
                    <a:off x="7928280" y="4146840"/>
                    <a:ext cx="93240" cy="80640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449" name="Rectangle 74"/>
                  <p:cNvSpPr/>
                  <p:nvPr/>
                </p:nvSpPr>
                <p:spPr>
                  <a:xfrm>
                    <a:off x="8121960" y="4146840"/>
                    <a:ext cx="99720" cy="80640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450" name="Rectangle 75"/>
                  <p:cNvSpPr/>
                  <p:nvPr/>
                </p:nvSpPr>
                <p:spPr>
                  <a:xfrm>
                    <a:off x="8328240" y="4146840"/>
                    <a:ext cx="95040" cy="80640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451" name="Rectangle 76"/>
                  <p:cNvSpPr/>
                  <p:nvPr/>
                </p:nvSpPr>
                <p:spPr>
                  <a:xfrm>
                    <a:off x="8528400" y="4146840"/>
                    <a:ext cx="95040" cy="80640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452" name="Rectangle 77"/>
                  <p:cNvSpPr/>
                  <p:nvPr/>
                </p:nvSpPr>
                <p:spPr>
                  <a:xfrm>
                    <a:off x="8730000" y="4146840"/>
                    <a:ext cx="93240" cy="80640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453" name="Rectangle 78"/>
                  <p:cNvSpPr/>
                  <p:nvPr/>
                </p:nvSpPr>
                <p:spPr>
                  <a:xfrm>
                    <a:off x="8931600" y="4146840"/>
                    <a:ext cx="93240" cy="80640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</p:grpSp>
            <p:grpSp>
              <p:nvGrpSpPr>
                <p:cNvPr id="454" name="Group 86"/>
                <p:cNvGrpSpPr/>
                <p:nvPr/>
              </p:nvGrpSpPr>
              <p:grpSpPr>
                <a:xfrm>
                  <a:off x="7928280" y="4309920"/>
                  <a:ext cx="1096560" cy="80640"/>
                  <a:chOff x="7928280" y="4309920"/>
                  <a:chExt cx="1096560" cy="80640"/>
                </a:xfrm>
              </p:grpSpPr>
              <p:sp>
                <p:nvSpPr>
                  <p:cNvPr id="455" name="Rectangle 80"/>
                  <p:cNvSpPr/>
                  <p:nvPr/>
                </p:nvSpPr>
                <p:spPr>
                  <a:xfrm>
                    <a:off x="7928280" y="4309920"/>
                    <a:ext cx="93240" cy="80640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456" name="Rectangle 81"/>
                  <p:cNvSpPr/>
                  <p:nvPr/>
                </p:nvSpPr>
                <p:spPr>
                  <a:xfrm>
                    <a:off x="8121960" y="4309920"/>
                    <a:ext cx="99720" cy="80640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457" name="Rectangle 82"/>
                  <p:cNvSpPr/>
                  <p:nvPr/>
                </p:nvSpPr>
                <p:spPr>
                  <a:xfrm>
                    <a:off x="8328240" y="4309920"/>
                    <a:ext cx="95040" cy="80640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458" name="Rectangle 83"/>
                  <p:cNvSpPr/>
                  <p:nvPr/>
                </p:nvSpPr>
                <p:spPr>
                  <a:xfrm>
                    <a:off x="8528400" y="4309920"/>
                    <a:ext cx="95040" cy="80640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459" name="Rectangle 84"/>
                  <p:cNvSpPr/>
                  <p:nvPr/>
                </p:nvSpPr>
                <p:spPr>
                  <a:xfrm>
                    <a:off x="8730000" y="4309920"/>
                    <a:ext cx="93240" cy="80640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460" name="Rectangle 85"/>
                  <p:cNvSpPr/>
                  <p:nvPr/>
                </p:nvSpPr>
                <p:spPr>
                  <a:xfrm>
                    <a:off x="8931600" y="4309920"/>
                    <a:ext cx="93240" cy="80640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</p:grpSp>
            <p:grpSp>
              <p:nvGrpSpPr>
                <p:cNvPr id="461" name="Group 93"/>
                <p:cNvGrpSpPr/>
                <p:nvPr/>
              </p:nvGrpSpPr>
              <p:grpSpPr>
                <a:xfrm>
                  <a:off x="7928280" y="4470840"/>
                  <a:ext cx="1096560" cy="80640"/>
                  <a:chOff x="7928280" y="4470840"/>
                  <a:chExt cx="1096560" cy="80640"/>
                </a:xfrm>
              </p:grpSpPr>
              <p:sp>
                <p:nvSpPr>
                  <p:cNvPr id="462" name="Rectangle 87"/>
                  <p:cNvSpPr/>
                  <p:nvPr/>
                </p:nvSpPr>
                <p:spPr>
                  <a:xfrm>
                    <a:off x="7928280" y="4470840"/>
                    <a:ext cx="93240" cy="80640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463" name="Rectangle 88"/>
                  <p:cNvSpPr/>
                  <p:nvPr/>
                </p:nvSpPr>
                <p:spPr>
                  <a:xfrm>
                    <a:off x="8121960" y="4470840"/>
                    <a:ext cx="99720" cy="80640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464" name="Rectangle 89"/>
                  <p:cNvSpPr/>
                  <p:nvPr/>
                </p:nvSpPr>
                <p:spPr>
                  <a:xfrm>
                    <a:off x="8328240" y="4470840"/>
                    <a:ext cx="95040" cy="80640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465" name="Rectangle 90"/>
                  <p:cNvSpPr/>
                  <p:nvPr/>
                </p:nvSpPr>
                <p:spPr>
                  <a:xfrm>
                    <a:off x="8528400" y="4470840"/>
                    <a:ext cx="95040" cy="80640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466" name="Rectangle 91"/>
                  <p:cNvSpPr/>
                  <p:nvPr/>
                </p:nvSpPr>
                <p:spPr>
                  <a:xfrm>
                    <a:off x="8730000" y="4470840"/>
                    <a:ext cx="93240" cy="80640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467" name="Rectangle 92"/>
                  <p:cNvSpPr/>
                  <p:nvPr/>
                </p:nvSpPr>
                <p:spPr>
                  <a:xfrm>
                    <a:off x="8931600" y="4470840"/>
                    <a:ext cx="93240" cy="80640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</p:grpSp>
            <p:grpSp>
              <p:nvGrpSpPr>
                <p:cNvPr id="468" name="Group 100"/>
                <p:cNvGrpSpPr/>
                <p:nvPr/>
              </p:nvGrpSpPr>
              <p:grpSpPr>
                <a:xfrm>
                  <a:off x="7928280" y="4633920"/>
                  <a:ext cx="1096560" cy="80640"/>
                  <a:chOff x="7928280" y="4633920"/>
                  <a:chExt cx="1096560" cy="80640"/>
                </a:xfrm>
              </p:grpSpPr>
              <p:sp>
                <p:nvSpPr>
                  <p:cNvPr id="469" name="Rectangle 94"/>
                  <p:cNvSpPr/>
                  <p:nvPr/>
                </p:nvSpPr>
                <p:spPr>
                  <a:xfrm>
                    <a:off x="7928280" y="4633920"/>
                    <a:ext cx="93240" cy="80640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470" name="Rectangle 95"/>
                  <p:cNvSpPr/>
                  <p:nvPr/>
                </p:nvSpPr>
                <p:spPr>
                  <a:xfrm>
                    <a:off x="8121960" y="4633920"/>
                    <a:ext cx="99720" cy="80640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471" name="Rectangle 96"/>
                  <p:cNvSpPr/>
                  <p:nvPr/>
                </p:nvSpPr>
                <p:spPr>
                  <a:xfrm>
                    <a:off x="8328240" y="4633920"/>
                    <a:ext cx="95040" cy="80640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472" name="Rectangle 97"/>
                  <p:cNvSpPr/>
                  <p:nvPr/>
                </p:nvSpPr>
                <p:spPr>
                  <a:xfrm>
                    <a:off x="8528400" y="4633920"/>
                    <a:ext cx="95040" cy="80640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473" name="Rectangle 98"/>
                  <p:cNvSpPr/>
                  <p:nvPr/>
                </p:nvSpPr>
                <p:spPr>
                  <a:xfrm>
                    <a:off x="8730000" y="4633920"/>
                    <a:ext cx="93240" cy="80640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474" name="Rectangle 99"/>
                  <p:cNvSpPr/>
                  <p:nvPr/>
                </p:nvSpPr>
                <p:spPr>
                  <a:xfrm>
                    <a:off x="8931600" y="4633920"/>
                    <a:ext cx="93240" cy="80640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</p:grpSp>
            <p:grpSp>
              <p:nvGrpSpPr>
                <p:cNvPr id="475" name="Group 107"/>
                <p:cNvGrpSpPr/>
                <p:nvPr/>
              </p:nvGrpSpPr>
              <p:grpSpPr>
                <a:xfrm>
                  <a:off x="7928280" y="4795920"/>
                  <a:ext cx="1096560" cy="80640"/>
                  <a:chOff x="7928280" y="4795920"/>
                  <a:chExt cx="1096560" cy="80640"/>
                </a:xfrm>
              </p:grpSpPr>
              <p:sp>
                <p:nvSpPr>
                  <p:cNvPr id="476" name="Rectangle 101"/>
                  <p:cNvSpPr/>
                  <p:nvPr/>
                </p:nvSpPr>
                <p:spPr>
                  <a:xfrm>
                    <a:off x="7928280" y="4795920"/>
                    <a:ext cx="93240" cy="80640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477" name="Rectangle 102"/>
                  <p:cNvSpPr/>
                  <p:nvPr/>
                </p:nvSpPr>
                <p:spPr>
                  <a:xfrm>
                    <a:off x="8121960" y="4795920"/>
                    <a:ext cx="99720" cy="80640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478" name="Rectangle 103"/>
                  <p:cNvSpPr/>
                  <p:nvPr/>
                </p:nvSpPr>
                <p:spPr>
                  <a:xfrm>
                    <a:off x="8328240" y="4795920"/>
                    <a:ext cx="95040" cy="80640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479" name="Rectangle 104"/>
                  <p:cNvSpPr/>
                  <p:nvPr/>
                </p:nvSpPr>
                <p:spPr>
                  <a:xfrm>
                    <a:off x="8528400" y="4795920"/>
                    <a:ext cx="95040" cy="80640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480" name="Rectangle 105"/>
                  <p:cNvSpPr/>
                  <p:nvPr/>
                </p:nvSpPr>
                <p:spPr>
                  <a:xfrm>
                    <a:off x="8730000" y="4795920"/>
                    <a:ext cx="93240" cy="80640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481" name="Rectangle 106"/>
                  <p:cNvSpPr/>
                  <p:nvPr/>
                </p:nvSpPr>
                <p:spPr>
                  <a:xfrm>
                    <a:off x="8931600" y="4795920"/>
                    <a:ext cx="93240" cy="80640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</p:grpSp>
            <p:grpSp>
              <p:nvGrpSpPr>
                <p:cNvPr id="482" name="Group 114"/>
                <p:cNvGrpSpPr/>
                <p:nvPr/>
              </p:nvGrpSpPr>
              <p:grpSpPr>
                <a:xfrm>
                  <a:off x="7928280" y="4959000"/>
                  <a:ext cx="1096560" cy="80640"/>
                  <a:chOff x="7928280" y="4959000"/>
                  <a:chExt cx="1096560" cy="80640"/>
                </a:xfrm>
              </p:grpSpPr>
              <p:sp>
                <p:nvSpPr>
                  <p:cNvPr id="483" name="Rectangle 108"/>
                  <p:cNvSpPr/>
                  <p:nvPr/>
                </p:nvSpPr>
                <p:spPr>
                  <a:xfrm>
                    <a:off x="7928280" y="4959000"/>
                    <a:ext cx="93240" cy="80640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484" name="Rectangle 109"/>
                  <p:cNvSpPr/>
                  <p:nvPr/>
                </p:nvSpPr>
                <p:spPr>
                  <a:xfrm>
                    <a:off x="8121960" y="4959000"/>
                    <a:ext cx="99720" cy="80640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485" name="Rectangle 110"/>
                  <p:cNvSpPr/>
                  <p:nvPr/>
                </p:nvSpPr>
                <p:spPr>
                  <a:xfrm>
                    <a:off x="8328240" y="4959000"/>
                    <a:ext cx="95040" cy="80640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486" name="Rectangle 111"/>
                  <p:cNvSpPr/>
                  <p:nvPr/>
                </p:nvSpPr>
                <p:spPr>
                  <a:xfrm>
                    <a:off x="8528400" y="4959000"/>
                    <a:ext cx="95040" cy="80640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487" name="Rectangle 112"/>
                  <p:cNvSpPr/>
                  <p:nvPr/>
                </p:nvSpPr>
                <p:spPr>
                  <a:xfrm>
                    <a:off x="8730000" y="4959000"/>
                    <a:ext cx="93240" cy="80640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488" name="Rectangle 113"/>
                  <p:cNvSpPr/>
                  <p:nvPr/>
                </p:nvSpPr>
                <p:spPr>
                  <a:xfrm>
                    <a:off x="8931600" y="4959000"/>
                    <a:ext cx="93240" cy="80640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</p:grpSp>
          </p:grpSp>
        </p:grpSp>
        <p:sp>
          <p:nvSpPr>
            <p:cNvPr id="489" name="Rectangle 117"/>
            <p:cNvSpPr/>
            <p:nvPr/>
          </p:nvSpPr>
          <p:spPr>
            <a:xfrm>
              <a:off x="464040" y="361800"/>
              <a:ext cx="8216280" cy="441936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/>
            </a:ln>
            <a:effectLst>
              <a:outerShdw blurRad="63360" dir="2700000" dist="71785" rotWithShape="0">
                <a:srgbClr val="232323">
                  <a:alpha val="7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numCol="1" spcCol="0" lIns="45720" rIns="45720" anchor="ctr">
              <a:noAutofit/>
            </a:bodyPr>
            <a:p>
              <a:pPr defTabSz="685800">
                <a:lnSpc>
                  <a:spcPct val="100000"/>
                </a:lnSpc>
                <a:tabLst>
                  <a:tab algn="l" pos="0"/>
                </a:tabLst>
              </a:pPr>
              <a:endPara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</p:grpSp>
      <p:pic>
        <p:nvPicPr>
          <p:cNvPr id="490" name="Picture 121" descr="Picture 121"/>
          <p:cNvPicPr/>
          <p:nvPr/>
        </p:nvPicPr>
        <p:blipFill>
          <a:blip r:embed="rId2"/>
          <a:stretch/>
        </p:blipFill>
        <p:spPr>
          <a:xfrm>
            <a:off x="622800" y="4245840"/>
            <a:ext cx="977040" cy="440280"/>
          </a:xfrm>
          <a:prstGeom prst="rect">
            <a:avLst/>
          </a:prstGeom>
          <a:noFill/>
          <a:ln w="12700">
            <a:noFill/>
          </a:ln>
        </p:spPr>
      </p:pic>
      <p:sp>
        <p:nvSpPr>
          <p:cNvPr id="491" name="PlaceHolder 1"/>
          <p:cNvSpPr>
            <a:spLocks noGrp="1"/>
          </p:cNvSpPr>
          <p:nvPr>
            <p:ph type="title"/>
          </p:nvPr>
        </p:nvSpPr>
        <p:spPr>
          <a:xfrm>
            <a:off x="990720" y="457200"/>
            <a:ext cx="7162560" cy="856800"/>
          </a:xfrm>
          <a:prstGeom prst="rect">
            <a:avLst/>
          </a:prstGeom>
          <a:noFill/>
          <a:ln w="12600">
            <a:noFill/>
          </a:ln>
        </p:spPr>
        <p:txBody>
          <a:bodyPr lIns="44280" rIns="44280" tIns="44280" bIns="44280" anchor="ctr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lang="en-US" sz="27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Title Text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492" name="PlaceHolder 2"/>
          <p:cNvSpPr>
            <a:spLocks noGrp="1"/>
          </p:cNvSpPr>
          <p:nvPr>
            <p:ph type="body"/>
          </p:nvPr>
        </p:nvSpPr>
        <p:spPr>
          <a:xfrm>
            <a:off x="990720" y="1486080"/>
            <a:ext cx="7162560" cy="3085920"/>
          </a:xfrm>
          <a:prstGeom prst="rect">
            <a:avLst/>
          </a:prstGeom>
          <a:noFill/>
          <a:ln w="12600">
            <a:noFill/>
          </a:ln>
        </p:spPr>
        <p:txBody>
          <a:bodyPr lIns="44280" rIns="44280" tIns="44280" bIns="44280" anchor="t">
            <a:noAutofit/>
          </a:bodyPr>
          <a:p>
            <a:pPr marL="214200" indent="-214200" defTabSz="914400">
              <a:lnSpc>
                <a:spcPct val="90000"/>
              </a:lnSpc>
              <a:spcBef>
                <a:spcPts val="601"/>
              </a:spcBef>
              <a:buNone/>
              <a:tabLst>
                <a:tab algn="l" pos="0"/>
              </a:tabLst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Body Level One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214200" indent="128520" defTabSz="914400">
              <a:lnSpc>
                <a:spcPct val="90000"/>
              </a:lnSpc>
              <a:spcBef>
                <a:spcPts val="601"/>
              </a:spcBef>
              <a:buNone/>
              <a:tabLst>
                <a:tab algn="l" pos="0"/>
              </a:tabLst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Body Level Two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214200" indent="471600" defTabSz="914400">
              <a:lnSpc>
                <a:spcPct val="90000"/>
              </a:lnSpc>
              <a:spcBef>
                <a:spcPts val="601"/>
              </a:spcBef>
              <a:buNone/>
              <a:tabLst>
                <a:tab algn="l" pos="0"/>
              </a:tabLst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Body Level Three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214200" indent="814320" defTabSz="914400">
              <a:lnSpc>
                <a:spcPct val="90000"/>
              </a:lnSpc>
              <a:spcBef>
                <a:spcPts val="601"/>
              </a:spcBef>
              <a:buNone/>
              <a:tabLst>
                <a:tab algn="l" pos="0"/>
              </a:tabLst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Body Level Four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214200" indent="1157400" defTabSz="914400">
              <a:lnSpc>
                <a:spcPct val="90000"/>
              </a:lnSpc>
              <a:spcBef>
                <a:spcPts val="601"/>
              </a:spcBef>
              <a:buNone/>
              <a:tabLst>
                <a:tab algn="l" pos="0"/>
              </a:tabLst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Body Level Five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493" name="PlaceHolder 3"/>
          <p:cNvSpPr>
            <a:spLocks noGrp="1"/>
          </p:cNvSpPr>
          <p:nvPr>
            <p:ph type="sldNum" idx="5"/>
          </p:nvPr>
        </p:nvSpPr>
        <p:spPr>
          <a:xfrm>
            <a:off x="4419720" y="4627440"/>
            <a:ext cx="2133360" cy="279000"/>
          </a:xfrm>
          <a:prstGeom prst="rect">
            <a:avLst/>
          </a:prstGeom>
          <a:noFill/>
          <a:ln w="12600">
            <a:noFill/>
          </a:ln>
        </p:spPr>
        <p:txBody>
          <a:bodyPr lIns="45720" rIns="45720" tIns="45000" bIns="4500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445FC174-B390-4506-9C46-51F0E3A29ACD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IETF Hackathon - &lt;Project name&gt;" hidden="1"/>
          <p:cNvSpPr/>
          <p:nvPr/>
        </p:nvSpPr>
        <p:spPr>
          <a:xfrm>
            <a:off x="3045600" y="4731480"/>
            <a:ext cx="2763360" cy="29412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45720" rIns="45720" tIns="45000" bIns="45000" anchor="t">
            <a:sp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lang="en-US" sz="1400" b="0" u="none" strike="noStrike">
                <a:solidFill>
                  <a:srgbClr val="535353"/>
                </a:solidFill>
                <a:effectLst/>
                <a:uFillTx/>
                <a:latin typeface="Calibri"/>
                <a:ea typeface="Calibri"/>
              </a:rPr>
              <a:t>IETF Hackathon - &lt;Project name&gt;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495" name="Group 118"/>
          <p:cNvGrpSpPr/>
          <p:nvPr/>
        </p:nvGrpSpPr>
        <p:grpSpPr>
          <a:xfrm>
            <a:off x="70200" y="59400"/>
            <a:ext cx="8954640" cy="4980240"/>
            <a:chOff x="70200" y="59400"/>
            <a:chExt cx="8954640" cy="4980240"/>
          </a:xfrm>
        </p:grpSpPr>
        <p:grpSp>
          <p:nvGrpSpPr>
            <p:cNvPr id="496" name="Group 116"/>
            <p:cNvGrpSpPr/>
            <p:nvPr/>
          </p:nvGrpSpPr>
          <p:grpSpPr>
            <a:xfrm>
              <a:off x="70200" y="59400"/>
              <a:ext cx="8954640" cy="4980240"/>
              <a:chOff x="70200" y="59400"/>
              <a:chExt cx="8954640" cy="4980240"/>
            </a:xfrm>
          </p:grpSpPr>
          <p:grpSp>
            <p:nvGrpSpPr>
              <p:cNvPr id="497" name="Group 58"/>
              <p:cNvGrpSpPr/>
              <p:nvPr/>
            </p:nvGrpSpPr>
            <p:grpSpPr>
              <a:xfrm>
                <a:off x="70200" y="59400"/>
                <a:ext cx="1098360" cy="1215360"/>
                <a:chOff x="70200" y="59400"/>
                <a:chExt cx="1098360" cy="1215360"/>
              </a:xfrm>
            </p:grpSpPr>
            <p:grpSp>
              <p:nvGrpSpPr>
                <p:cNvPr id="498" name="Group 8"/>
                <p:cNvGrpSpPr/>
                <p:nvPr/>
              </p:nvGrpSpPr>
              <p:grpSpPr>
                <a:xfrm>
                  <a:off x="70200" y="59400"/>
                  <a:ext cx="1098360" cy="80640"/>
                  <a:chOff x="70200" y="59400"/>
                  <a:chExt cx="1098360" cy="80640"/>
                </a:xfrm>
              </p:grpSpPr>
              <p:sp>
                <p:nvSpPr>
                  <p:cNvPr id="499" name="Rectangle 2"/>
                  <p:cNvSpPr/>
                  <p:nvPr/>
                </p:nvSpPr>
                <p:spPr>
                  <a:xfrm>
                    <a:off x="70200" y="59400"/>
                    <a:ext cx="95040" cy="80640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500" name="Rectangle 3"/>
                  <p:cNvSpPr/>
                  <p:nvPr/>
                </p:nvSpPr>
                <p:spPr>
                  <a:xfrm>
                    <a:off x="270360" y="59400"/>
                    <a:ext cx="93240" cy="80640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501" name="Rectangle 4"/>
                  <p:cNvSpPr/>
                  <p:nvPr/>
                </p:nvSpPr>
                <p:spPr>
                  <a:xfrm>
                    <a:off x="471960" y="59400"/>
                    <a:ext cx="93240" cy="80640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502" name="Rectangle 5"/>
                  <p:cNvSpPr/>
                  <p:nvPr/>
                </p:nvSpPr>
                <p:spPr>
                  <a:xfrm>
                    <a:off x="672120" y="59400"/>
                    <a:ext cx="95040" cy="80640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503" name="Rectangle 6"/>
                  <p:cNvSpPr/>
                  <p:nvPr/>
                </p:nvSpPr>
                <p:spPr>
                  <a:xfrm>
                    <a:off x="871920" y="59400"/>
                    <a:ext cx="95040" cy="80640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504" name="Rectangle 7"/>
                  <p:cNvSpPr/>
                  <p:nvPr/>
                </p:nvSpPr>
                <p:spPr>
                  <a:xfrm>
                    <a:off x="1073520" y="59400"/>
                    <a:ext cx="95040" cy="80640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</p:grpSp>
            <p:grpSp>
              <p:nvGrpSpPr>
                <p:cNvPr id="505" name="Group 15"/>
                <p:cNvGrpSpPr/>
                <p:nvPr/>
              </p:nvGrpSpPr>
              <p:grpSpPr>
                <a:xfrm>
                  <a:off x="70200" y="219240"/>
                  <a:ext cx="1098360" cy="80640"/>
                  <a:chOff x="70200" y="219240"/>
                  <a:chExt cx="1098360" cy="80640"/>
                </a:xfrm>
              </p:grpSpPr>
              <p:sp>
                <p:nvSpPr>
                  <p:cNvPr id="506" name="Rectangle 9"/>
                  <p:cNvSpPr/>
                  <p:nvPr/>
                </p:nvSpPr>
                <p:spPr>
                  <a:xfrm>
                    <a:off x="70200" y="219240"/>
                    <a:ext cx="95040" cy="80640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507" name="Rectangle 10"/>
                  <p:cNvSpPr/>
                  <p:nvPr/>
                </p:nvSpPr>
                <p:spPr>
                  <a:xfrm>
                    <a:off x="270360" y="219240"/>
                    <a:ext cx="93240" cy="80640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508" name="Rectangle 11"/>
                  <p:cNvSpPr/>
                  <p:nvPr/>
                </p:nvSpPr>
                <p:spPr>
                  <a:xfrm>
                    <a:off x="471960" y="219240"/>
                    <a:ext cx="93240" cy="80640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509" name="Rectangle 12"/>
                  <p:cNvSpPr/>
                  <p:nvPr/>
                </p:nvSpPr>
                <p:spPr>
                  <a:xfrm>
                    <a:off x="672120" y="219240"/>
                    <a:ext cx="95040" cy="80640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510" name="Rectangle 13"/>
                  <p:cNvSpPr/>
                  <p:nvPr/>
                </p:nvSpPr>
                <p:spPr>
                  <a:xfrm>
                    <a:off x="871920" y="219240"/>
                    <a:ext cx="95040" cy="80640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511" name="Rectangle 14"/>
                  <p:cNvSpPr/>
                  <p:nvPr/>
                </p:nvSpPr>
                <p:spPr>
                  <a:xfrm>
                    <a:off x="1073520" y="219240"/>
                    <a:ext cx="95040" cy="80640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</p:grpSp>
            <p:grpSp>
              <p:nvGrpSpPr>
                <p:cNvPr id="512" name="Group 22"/>
                <p:cNvGrpSpPr/>
                <p:nvPr/>
              </p:nvGrpSpPr>
              <p:grpSpPr>
                <a:xfrm>
                  <a:off x="70200" y="382320"/>
                  <a:ext cx="1098360" cy="80640"/>
                  <a:chOff x="70200" y="382320"/>
                  <a:chExt cx="1098360" cy="80640"/>
                </a:xfrm>
              </p:grpSpPr>
              <p:sp>
                <p:nvSpPr>
                  <p:cNvPr id="513" name="Rectangle 16"/>
                  <p:cNvSpPr/>
                  <p:nvPr/>
                </p:nvSpPr>
                <p:spPr>
                  <a:xfrm>
                    <a:off x="70200" y="382320"/>
                    <a:ext cx="95040" cy="80640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514" name="Rectangle 17"/>
                  <p:cNvSpPr/>
                  <p:nvPr/>
                </p:nvSpPr>
                <p:spPr>
                  <a:xfrm>
                    <a:off x="270360" y="382320"/>
                    <a:ext cx="93240" cy="80640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515" name="Rectangle 18"/>
                  <p:cNvSpPr/>
                  <p:nvPr/>
                </p:nvSpPr>
                <p:spPr>
                  <a:xfrm>
                    <a:off x="471960" y="382320"/>
                    <a:ext cx="93240" cy="80640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516" name="Rectangle 19"/>
                  <p:cNvSpPr/>
                  <p:nvPr/>
                </p:nvSpPr>
                <p:spPr>
                  <a:xfrm>
                    <a:off x="672120" y="382320"/>
                    <a:ext cx="95040" cy="80640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517" name="Rectangle 20"/>
                  <p:cNvSpPr/>
                  <p:nvPr/>
                </p:nvSpPr>
                <p:spPr>
                  <a:xfrm>
                    <a:off x="871920" y="382320"/>
                    <a:ext cx="95040" cy="80640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518" name="Rectangle 21"/>
                  <p:cNvSpPr/>
                  <p:nvPr/>
                </p:nvSpPr>
                <p:spPr>
                  <a:xfrm>
                    <a:off x="1073520" y="382320"/>
                    <a:ext cx="95040" cy="80640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</p:grpSp>
            <p:grpSp>
              <p:nvGrpSpPr>
                <p:cNvPr id="519" name="Group 29"/>
                <p:cNvGrpSpPr/>
                <p:nvPr/>
              </p:nvGrpSpPr>
              <p:grpSpPr>
                <a:xfrm>
                  <a:off x="70200" y="545400"/>
                  <a:ext cx="1098360" cy="80640"/>
                  <a:chOff x="70200" y="545400"/>
                  <a:chExt cx="1098360" cy="80640"/>
                </a:xfrm>
              </p:grpSpPr>
              <p:sp>
                <p:nvSpPr>
                  <p:cNvPr id="520" name="Rectangle 23"/>
                  <p:cNvSpPr/>
                  <p:nvPr/>
                </p:nvSpPr>
                <p:spPr>
                  <a:xfrm>
                    <a:off x="70200" y="545400"/>
                    <a:ext cx="95040" cy="80640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521" name="Rectangle 24"/>
                  <p:cNvSpPr/>
                  <p:nvPr/>
                </p:nvSpPr>
                <p:spPr>
                  <a:xfrm>
                    <a:off x="270360" y="545400"/>
                    <a:ext cx="93240" cy="80640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522" name="Rectangle 25"/>
                  <p:cNvSpPr/>
                  <p:nvPr/>
                </p:nvSpPr>
                <p:spPr>
                  <a:xfrm>
                    <a:off x="471960" y="545400"/>
                    <a:ext cx="93240" cy="80640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523" name="Rectangle 26"/>
                  <p:cNvSpPr/>
                  <p:nvPr/>
                </p:nvSpPr>
                <p:spPr>
                  <a:xfrm>
                    <a:off x="672120" y="545400"/>
                    <a:ext cx="95040" cy="80640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524" name="Rectangle 27"/>
                  <p:cNvSpPr/>
                  <p:nvPr/>
                </p:nvSpPr>
                <p:spPr>
                  <a:xfrm>
                    <a:off x="871920" y="545400"/>
                    <a:ext cx="95040" cy="80640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525" name="Rectangle 28"/>
                  <p:cNvSpPr/>
                  <p:nvPr/>
                </p:nvSpPr>
                <p:spPr>
                  <a:xfrm>
                    <a:off x="1073520" y="545400"/>
                    <a:ext cx="95040" cy="80640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</p:grpSp>
            <p:grpSp>
              <p:nvGrpSpPr>
                <p:cNvPr id="526" name="Group 36"/>
                <p:cNvGrpSpPr/>
                <p:nvPr/>
              </p:nvGrpSpPr>
              <p:grpSpPr>
                <a:xfrm>
                  <a:off x="70200" y="705960"/>
                  <a:ext cx="1098360" cy="80640"/>
                  <a:chOff x="70200" y="705960"/>
                  <a:chExt cx="1098360" cy="80640"/>
                </a:xfrm>
              </p:grpSpPr>
              <p:sp>
                <p:nvSpPr>
                  <p:cNvPr id="527" name="Rectangle 30"/>
                  <p:cNvSpPr/>
                  <p:nvPr/>
                </p:nvSpPr>
                <p:spPr>
                  <a:xfrm>
                    <a:off x="70200" y="705960"/>
                    <a:ext cx="95040" cy="80640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528" name="Rectangle 31"/>
                  <p:cNvSpPr/>
                  <p:nvPr/>
                </p:nvSpPr>
                <p:spPr>
                  <a:xfrm>
                    <a:off x="270360" y="705960"/>
                    <a:ext cx="93240" cy="80640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529" name="Rectangle 32"/>
                  <p:cNvSpPr/>
                  <p:nvPr/>
                </p:nvSpPr>
                <p:spPr>
                  <a:xfrm>
                    <a:off x="471960" y="705960"/>
                    <a:ext cx="93240" cy="80640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530" name="Rectangle 33"/>
                  <p:cNvSpPr/>
                  <p:nvPr/>
                </p:nvSpPr>
                <p:spPr>
                  <a:xfrm>
                    <a:off x="672120" y="705960"/>
                    <a:ext cx="95040" cy="80640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531" name="Rectangle 34"/>
                  <p:cNvSpPr/>
                  <p:nvPr/>
                </p:nvSpPr>
                <p:spPr>
                  <a:xfrm>
                    <a:off x="871920" y="705960"/>
                    <a:ext cx="95040" cy="80640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532" name="Rectangle 35"/>
                  <p:cNvSpPr/>
                  <p:nvPr/>
                </p:nvSpPr>
                <p:spPr>
                  <a:xfrm>
                    <a:off x="1073520" y="705960"/>
                    <a:ext cx="95040" cy="80640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</p:grpSp>
            <p:grpSp>
              <p:nvGrpSpPr>
                <p:cNvPr id="533" name="Group 43"/>
                <p:cNvGrpSpPr/>
                <p:nvPr/>
              </p:nvGrpSpPr>
              <p:grpSpPr>
                <a:xfrm>
                  <a:off x="70200" y="869040"/>
                  <a:ext cx="1098360" cy="80640"/>
                  <a:chOff x="70200" y="869040"/>
                  <a:chExt cx="1098360" cy="80640"/>
                </a:xfrm>
              </p:grpSpPr>
              <p:sp>
                <p:nvSpPr>
                  <p:cNvPr id="534" name="Rectangle 37"/>
                  <p:cNvSpPr/>
                  <p:nvPr/>
                </p:nvSpPr>
                <p:spPr>
                  <a:xfrm>
                    <a:off x="70200" y="869040"/>
                    <a:ext cx="95040" cy="80640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535" name="Rectangle 38"/>
                  <p:cNvSpPr/>
                  <p:nvPr/>
                </p:nvSpPr>
                <p:spPr>
                  <a:xfrm>
                    <a:off x="270360" y="869040"/>
                    <a:ext cx="93240" cy="80640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536" name="Rectangle 39"/>
                  <p:cNvSpPr/>
                  <p:nvPr/>
                </p:nvSpPr>
                <p:spPr>
                  <a:xfrm>
                    <a:off x="471960" y="869040"/>
                    <a:ext cx="93240" cy="80640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537" name="Rectangle 40"/>
                  <p:cNvSpPr/>
                  <p:nvPr/>
                </p:nvSpPr>
                <p:spPr>
                  <a:xfrm>
                    <a:off x="672120" y="869040"/>
                    <a:ext cx="95040" cy="80640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538" name="Rectangle 41"/>
                  <p:cNvSpPr/>
                  <p:nvPr/>
                </p:nvSpPr>
                <p:spPr>
                  <a:xfrm>
                    <a:off x="871920" y="869040"/>
                    <a:ext cx="95040" cy="80640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539" name="Rectangle 42"/>
                  <p:cNvSpPr/>
                  <p:nvPr/>
                </p:nvSpPr>
                <p:spPr>
                  <a:xfrm>
                    <a:off x="1073520" y="869040"/>
                    <a:ext cx="95040" cy="80640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</p:grpSp>
            <p:grpSp>
              <p:nvGrpSpPr>
                <p:cNvPr id="540" name="Group 50"/>
                <p:cNvGrpSpPr/>
                <p:nvPr/>
              </p:nvGrpSpPr>
              <p:grpSpPr>
                <a:xfrm>
                  <a:off x="70200" y="1031040"/>
                  <a:ext cx="1098360" cy="80640"/>
                  <a:chOff x="70200" y="1031040"/>
                  <a:chExt cx="1098360" cy="80640"/>
                </a:xfrm>
              </p:grpSpPr>
              <p:sp>
                <p:nvSpPr>
                  <p:cNvPr id="541" name="Rectangle 44"/>
                  <p:cNvSpPr/>
                  <p:nvPr/>
                </p:nvSpPr>
                <p:spPr>
                  <a:xfrm>
                    <a:off x="70200" y="1031040"/>
                    <a:ext cx="95040" cy="80640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542" name="Rectangle 45"/>
                  <p:cNvSpPr/>
                  <p:nvPr/>
                </p:nvSpPr>
                <p:spPr>
                  <a:xfrm>
                    <a:off x="270360" y="1031040"/>
                    <a:ext cx="93240" cy="80640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543" name="Rectangle 46"/>
                  <p:cNvSpPr/>
                  <p:nvPr/>
                </p:nvSpPr>
                <p:spPr>
                  <a:xfrm>
                    <a:off x="471960" y="1031040"/>
                    <a:ext cx="93240" cy="80640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544" name="Rectangle 47"/>
                  <p:cNvSpPr/>
                  <p:nvPr/>
                </p:nvSpPr>
                <p:spPr>
                  <a:xfrm>
                    <a:off x="672120" y="1031040"/>
                    <a:ext cx="95040" cy="80640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545" name="Rectangle 48"/>
                  <p:cNvSpPr/>
                  <p:nvPr/>
                </p:nvSpPr>
                <p:spPr>
                  <a:xfrm>
                    <a:off x="871920" y="1031040"/>
                    <a:ext cx="95040" cy="80640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546" name="Rectangle 49"/>
                  <p:cNvSpPr/>
                  <p:nvPr/>
                </p:nvSpPr>
                <p:spPr>
                  <a:xfrm>
                    <a:off x="1073520" y="1031040"/>
                    <a:ext cx="95040" cy="80640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</p:grpSp>
            <p:grpSp>
              <p:nvGrpSpPr>
                <p:cNvPr id="547" name="Group 57"/>
                <p:cNvGrpSpPr/>
                <p:nvPr/>
              </p:nvGrpSpPr>
              <p:grpSpPr>
                <a:xfrm>
                  <a:off x="70200" y="1194120"/>
                  <a:ext cx="1098360" cy="80640"/>
                  <a:chOff x="70200" y="1194120"/>
                  <a:chExt cx="1098360" cy="80640"/>
                </a:xfrm>
              </p:grpSpPr>
              <p:sp>
                <p:nvSpPr>
                  <p:cNvPr id="548" name="Rectangle 51"/>
                  <p:cNvSpPr/>
                  <p:nvPr/>
                </p:nvSpPr>
                <p:spPr>
                  <a:xfrm>
                    <a:off x="70200" y="1194120"/>
                    <a:ext cx="95040" cy="80640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549" name="Rectangle 52"/>
                  <p:cNvSpPr/>
                  <p:nvPr/>
                </p:nvSpPr>
                <p:spPr>
                  <a:xfrm>
                    <a:off x="270360" y="1194120"/>
                    <a:ext cx="93240" cy="80640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550" name="Rectangle 53"/>
                  <p:cNvSpPr/>
                  <p:nvPr/>
                </p:nvSpPr>
                <p:spPr>
                  <a:xfrm>
                    <a:off x="471960" y="1194120"/>
                    <a:ext cx="93240" cy="80640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551" name="Rectangle 54"/>
                  <p:cNvSpPr/>
                  <p:nvPr/>
                </p:nvSpPr>
                <p:spPr>
                  <a:xfrm>
                    <a:off x="672120" y="1194120"/>
                    <a:ext cx="95040" cy="80640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552" name="Rectangle 55"/>
                  <p:cNvSpPr/>
                  <p:nvPr/>
                </p:nvSpPr>
                <p:spPr>
                  <a:xfrm>
                    <a:off x="871920" y="1194120"/>
                    <a:ext cx="95040" cy="80640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553" name="Rectangle 56"/>
                  <p:cNvSpPr/>
                  <p:nvPr/>
                </p:nvSpPr>
                <p:spPr>
                  <a:xfrm>
                    <a:off x="1073520" y="1194120"/>
                    <a:ext cx="95040" cy="80640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</p:grpSp>
          </p:grpSp>
          <p:grpSp>
            <p:nvGrpSpPr>
              <p:cNvPr id="554" name="Group 115"/>
              <p:cNvGrpSpPr/>
              <p:nvPr/>
            </p:nvGrpSpPr>
            <p:grpSpPr>
              <a:xfrm>
                <a:off x="7928280" y="3824280"/>
                <a:ext cx="1096560" cy="1215360"/>
                <a:chOff x="7928280" y="3824280"/>
                <a:chExt cx="1096560" cy="1215360"/>
              </a:xfrm>
            </p:grpSpPr>
            <p:grpSp>
              <p:nvGrpSpPr>
                <p:cNvPr id="555" name="Group 65"/>
                <p:cNvGrpSpPr/>
                <p:nvPr/>
              </p:nvGrpSpPr>
              <p:grpSpPr>
                <a:xfrm>
                  <a:off x="7928280" y="3824280"/>
                  <a:ext cx="1096560" cy="80640"/>
                  <a:chOff x="7928280" y="3824280"/>
                  <a:chExt cx="1096560" cy="80640"/>
                </a:xfrm>
              </p:grpSpPr>
              <p:sp>
                <p:nvSpPr>
                  <p:cNvPr id="556" name="Rectangle 59"/>
                  <p:cNvSpPr/>
                  <p:nvPr/>
                </p:nvSpPr>
                <p:spPr>
                  <a:xfrm>
                    <a:off x="7928280" y="3824280"/>
                    <a:ext cx="93240" cy="80640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557" name="Rectangle 60"/>
                  <p:cNvSpPr/>
                  <p:nvPr/>
                </p:nvSpPr>
                <p:spPr>
                  <a:xfrm>
                    <a:off x="8121960" y="3824280"/>
                    <a:ext cx="99720" cy="80640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558" name="Rectangle 61"/>
                  <p:cNvSpPr/>
                  <p:nvPr/>
                </p:nvSpPr>
                <p:spPr>
                  <a:xfrm>
                    <a:off x="8328240" y="3824280"/>
                    <a:ext cx="95040" cy="80640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559" name="Rectangle 62"/>
                  <p:cNvSpPr/>
                  <p:nvPr/>
                </p:nvSpPr>
                <p:spPr>
                  <a:xfrm>
                    <a:off x="8528400" y="3824280"/>
                    <a:ext cx="95040" cy="80640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560" name="Rectangle 63"/>
                  <p:cNvSpPr/>
                  <p:nvPr/>
                </p:nvSpPr>
                <p:spPr>
                  <a:xfrm>
                    <a:off x="8730000" y="3824280"/>
                    <a:ext cx="93240" cy="80640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561" name="Rectangle 64"/>
                  <p:cNvSpPr/>
                  <p:nvPr/>
                </p:nvSpPr>
                <p:spPr>
                  <a:xfrm>
                    <a:off x="8931600" y="3824280"/>
                    <a:ext cx="93240" cy="80640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</p:grpSp>
            <p:grpSp>
              <p:nvGrpSpPr>
                <p:cNvPr id="562" name="Group 72"/>
                <p:cNvGrpSpPr/>
                <p:nvPr/>
              </p:nvGrpSpPr>
              <p:grpSpPr>
                <a:xfrm>
                  <a:off x="7928280" y="3983760"/>
                  <a:ext cx="1096560" cy="80640"/>
                  <a:chOff x="7928280" y="3983760"/>
                  <a:chExt cx="1096560" cy="80640"/>
                </a:xfrm>
              </p:grpSpPr>
              <p:sp>
                <p:nvSpPr>
                  <p:cNvPr id="563" name="Rectangle 66"/>
                  <p:cNvSpPr/>
                  <p:nvPr/>
                </p:nvSpPr>
                <p:spPr>
                  <a:xfrm>
                    <a:off x="7928280" y="3983760"/>
                    <a:ext cx="93240" cy="80640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564" name="Rectangle 67"/>
                  <p:cNvSpPr/>
                  <p:nvPr/>
                </p:nvSpPr>
                <p:spPr>
                  <a:xfrm>
                    <a:off x="8121960" y="3983760"/>
                    <a:ext cx="99720" cy="80640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565" name="Rectangle 68"/>
                  <p:cNvSpPr/>
                  <p:nvPr/>
                </p:nvSpPr>
                <p:spPr>
                  <a:xfrm>
                    <a:off x="8328240" y="3983760"/>
                    <a:ext cx="95040" cy="80640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566" name="Rectangle 69"/>
                  <p:cNvSpPr/>
                  <p:nvPr/>
                </p:nvSpPr>
                <p:spPr>
                  <a:xfrm>
                    <a:off x="8528400" y="3983760"/>
                    <a:ext cx="95040" cy="80640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567" name="Rectangle 70"/>
                  <p:cNvSpPr/>
                  <p:nvPr/>
                </p:nvSpPr>
                <p:spPr>
                  <a:xfrm>
                    <a:off x="8730000" y="3983760"/>
                    <a:ext cx="93240" cy="80640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568" name="Rectangle 71"/>
                  <p:cNvSpPr/>
                  <p:nvPr/>
                </p:nvSpPr>
                <p:spPr>
                  <a:xfrm>
                    <a:off x="8931600" y="3983760"/>
                    <a:ext cx="93240" cy="80640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</p:grpSp>
            <p:grpSp>
              <p:nvGrpSpPr>
                <p:cNvPr id="569" name="Group 79"/>
                <p:cNvGrpSpPr/>
                <p:nvPr/>
              </p:nvGrpSpPr>
              <p:grpSpPr>
                <a:xfrm>
                  <a:off x="7928280" y="4146840"/>
                  <a:ext cx="1096560" cy="80640"/>
                  <a:chOff x="7928280" y="4146840"/>
                  <a:chExt cx="1096560" cy="80640"/>
                </a:xfrm>
              </p:grpSpPr>
              <p:sp>
                <p:nvSpPr>
                  <p:cNvPr id="570" name="Rectangle 73"/>
                  <p:cNvSpPr/>
                  <p:nvPr/>
                </p:nvSpPr>
                <p:spPr>
                  <a:xfrm>
                    <a:off x="7928280" y="4146840"/>
                    <a:ext cx="93240" cy="80640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571" name="Rectangle 74"/>
                  <p:cNvSpPr/>
                  <p:nvPr/>
                </p:nvSpPr>
                <p:spPr>
                  <a:xfrm>
                    <a:off x="8121960" y="4146840"/>
                    <a:ext cx="99720" cy="80640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572" name="Rectangle 75"/>
                  <p:cNvSpPr/>
                  <p:nvPr/>
                </p:nvSpPr>
                <p:spPr>
                  <a:xfrm>
                    <a:off x="8328240" y="4146840"/>
                    <a:ext cx="95040" cy="80640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573" name="Rectangle 76"/>
                  <p:cNvSpPr/>
                  <p:nvPr/>
                </p:nvSpPr>
                <p:spPr>
                  <a:xfrm>
                    <a:off x="8528400" y="4146840"/>
                    <a:ext cx="95040" cy="80640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574" name="Rectangle 77"/>
                  <p:cNvSpPr/>
                  <p:nvPr/>
                </p:nvSpPr>
                <p:spPr>
                  <a:xfrm>
                    <a:off x="8730000" y="4146840"/>
                    <a:ext cx="93240" cy="80640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575" name="Rectangle 78"/>
                  <p:cNvSpPr/>
                  <p:nvPr/>
                </p:nvSpPr>
                <p:spPr>
                  <a:xfrm>
                    <a:off x="8931600" y="4146840"/>
                    <a:ext cx="93240" cy="80640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</p:grpSp>
            <p:grpSp>
              <p:nvGrpSpPr>
                <p:cNvPr id="576" name="Group 86"/>
                <p:cNvGrpSpPr/>
                <p:nvPr/>
              </p:nvGrpSpPr>
              <p:grpSpPr>
                <a:xfrm>
                  <a:off x="7928280" y="4309920"/>
                  <a:ext cx="1096560" cy="80640"/>
                  <a:chOff x="7928280" y="4309920"/>
                  <a:chExt cx="1096560" cy="80640"/>
                </a:xfrm>
              </p:grpSpPr>
              <p:sp>
                <p:nvSpPr>
                  <p:cNvPr id="577" name="Rectangle 80"/>
                  <p:cNvSpPr/>
                  <p:nvPr/>
                </p:nvSpPr>
                <p:spPr>
                  <a:xfrm>
                    <a:off x="7928280" y="4309920"/>
                    <a:ext cx="93240" cy="80640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578" name="Rectangle 81"/>
                  <p:cNvSpPr/>
                  <p:nvPr/>
                </p:nvSpPr>
                <p:spPr>
                  <a:xfrm>
                    <a:off x="8121960" y="4309920"/>
                    <a:ext cx="99720" cy="80640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579" name="Rectangle 82"/>
                  <p:cNvSpPr/>
                  <p:nvPr/>
                </p:nvSpPr>
                <p:spPr>
                  <a:xfrm>
                    <a:off x="8328240" y="4309920"/>
                    <a:ext cx="95040" cy="80640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580" name="Rectangle 83"/>
                  <p:cNvSpPr/>
                  <p:nvPr/>
                </p:nvSpPr>
                <p:spPr>
                  <a:xfrm>
                    <a:off x="8528400" y="4309920"/>
                    <a:ext cx="95040" cy="80640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581" name="Rectangle 84"/>
                  <p:cNvSpPr/>
                  <p:nvPr/>
                </p:nvSpPr>
                <p:spPr>
                  <a:xfrm>
                    <a:off x="8730000" y="4309920"/>
                    <a:ext cx="93240" cy="80640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582" name="Rectangle 85"/>
                  <p:cNvSpPr/>
                  <p:nvPr/>
                </p:nvSpPr>
                <p:spPr>
                  <a:xfrm>
                    <a:off x="8931600" y="4309920"/>
                    <a:ext cx="93240" cy="80640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</p:grpSp>
            <p:grpSp>
              <p:nvGrpSpPr>
                <p:cNvPr id="583" name="Group 93"/>
                <p:cNvGrpSpPr/>
                <p:nvPr/>
              </p:nvGrpSpPr>
              <p:grpSpPr>
                <a:xfrm>
                  <a:off x="7928280" y="4470840"/>
                  <a:ext cx="1096560" cy="80640"/>
                  <a:chOff x="7928280" y="4470840"/>
                  <a:chExt cx="1096560" cy="80640"/>
                </a:xfrm>
              </p:grpSpPr>
              <p:sp>
                <p:nvSpPr>
                  <p:cNvPr id="584" name="Rectangle 87"/>
                  <p:cNvSpPr/>
                  <p:nvPr/>
                </p:nvSpPr>
                <p:spPr>
                  <a:xfrm>
                    <a:off x="7928280" y="4470840"/>
                    <a:ext cx="93240" cy="80640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585" name="Rectangle 88"/>
                  <p:cNvSpPr/>
                  <p:nvPr/>
                </p:nvSpPr>
                <p:spPr>
                  <a:xfrm>
                    <a:off x="8121960" y="4470840"/>
                    <a:ext cx="99720" cy="80640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586" name="Rectangle 89"/>
                  <p:cNvSpPr/>
                  <p:nvPr/>
                </p:nvSpPr>
                <p:spPr>
                  <a:xfrm>
                    <a:off x="8328240" y="4470840"/>
                    <a:ext cx="95040" cy="80640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587" name="Rectangle 90"/>
                  <p:cNvSpPr/>
                  <p:nvPr/>
                </p:nvSpPr>
                <p:spPr>
                  <a:xfrm>
                    <a:off x="8528400" y="4470840"/>
                    <a:ext cx="95040" cy="80640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588" name="Rectangle 91"/>
                  <p:cNvSpPr/>
                  <p:nvPr/>
                </p:nvSpPr>
                <p:spPr>
                  <a:xfrm>
                    <a:off x="8730000" y="4470840"/>
                    <a:ext cx="93240" cy="80640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589" name="Rectangle 92"/>
                  <p:cNvSpPr/>
                  <p:nvPr/>
                </p:nvSpPr>
                <p:spPr>
                  <a:xfrm>
                    <a:off x="8931600" y="4470840"/>
                    <a:ext cx="93240" cy="80640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</p:grpSp>
            <p:grpSp>
              <p:nvGrpSpPr>
                <p:cNvPr id="590" name="Group 100"/>
                <p:cNvGrpSpPr/>
                <p:nvPr/>
              </p:nvGrpSpPr>
              <p:grpSpPr>
                <a:xfrm>
                  <a:off x="7928280" y="4633920"/>
                  <a:ext cx="1096560" cy="80640"/>
                  <a:chOff x="7928280" y="4633920"/>
                  <a:chExt cx="1096560" cy="80640"/>
                </a:xfrm>
              </p:grpSpPr>
              <p:sp>
                <p:nvSpPr>
                  <p:cNvPr id="591" name="Rectangle 94"/>
                  <p:cNvSpPr/>
                  <p:nvPr/>
                </p:nvSpPr>
                <p:spPr>
                  <a:xfrm>
                    <a:off x="7928280" y="4633920"/>
                    <a:ext cx="93240" cy="80640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592" name="Rectangle 95"/>
                  <p:cNvSpPr/>
                  <p:nvPr/>
                </p:nvSpPr>
                <p:spPr>
                  <a:xfrm>
                    <a:off x="8121960" y="4633920"/>
                    <a:ext cx="99720" cy="80640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593" name="Rectangle 96"/>
                  <p:cNvSpPr/>
                  <p:nvPr/>
                </p:nvSpPr>
                <p:spPr>
                  <a:xfrm>
                    <a:off x="8328240" y="4633920"/>
                    <a:ext cx="95040" cy="80640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594" name="Rectangle 97"/>
                  <p:cNvSpPr/>
                  <p:nvPr/>
                </p:nvSpPr>
                <p:spPr>
                  <a:xfrm>
                    <a:off x="8528400" y="4633920"/>
                    <a:ext cx="95040" cy="80640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595" name="Rectangle 98"/>
                  <p:cNvSpPr/>
                  <p:nvPr/>
                </p:nvSpPr>
                <p:spPr>
                  <a:xfrm>
                    <a:off x="8730000" y="4633920"/>
                    <a:ext cx="93240" cy="80640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596" name="Rectangle 99"/>
                  <p:cNvSpPr/>
                  <p:nvPr/>
                </p:nvSpPr>
                <p:spPr>
                  <a:xfrm>
                    <a:off x="8931600" y="4633920"/>
                    <a:ext cx="93240" cy="80640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</p:grpSp>
            <p:grpSp>
              <p:nvGrpSpPr>
                <p:cNvPr id="597" name="Group 107"/>
                <p:cNvGrpSpPr/>
                <p:nvPr/>
              </p:nvGrpSpPr>
              <p:grpSpPr>
                <a:xfrm>
                  <a:off x="7928280" y="4795920"/>
                  <a:ext cx="1096560" cy="80640"/>
                  <a:chOff x="7928280" y="4795920"/>
                  <a:chExt cx="1096560" cy="80640"/>
                </a:xfrm>
              </p:grpSpPr>
              <p:sp>
                <p:nvSpPr>
                  <p:cNvPr id="598" name="Rectangle 101"/>
                  <p:cNvSpPr/>
                  <p:nvPr/>
                </p:nvSpPr>
                <p:spPr>
                  <a:xfrm>
                    <a:off x="7928280" y="4795920"/>
                    <a:ext cx="93240" cy="80640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599" name="Rectangle 102"/>
                  <p:cNvSpPr/>
                  <p:nvPr/>
                </p:nvSpPr>
                <p:spPr>
                  <a:xfrm>
                    <a:off x="8121960" y="4795920"/>
                    <a:ext cx="99720" cy="80640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600" name="Rectangle 103"/>
                  <p:cNvSpPr/>
                  <p:nvPr/>
                </p:nvSpPr>
                <p:spPr>
                  <a:xfrm>
                    <a:off x="8328240" y="4795920"/>
                    <a:ext cx="95040" cy="80640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601" name="Rectangle 104"/>
                  <p:cNvSpPr/>
                  <p:nvPr/>
                </p:nvSpPr>
                <p:spPr>
                  <a:xfrm>
                    <a:off x="8528400" y="4795920"/>
                    <a:ext cx="95040" cy="80640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602" name="Rectangle 105"/>
                  <p:cNvSpPr/>
                  <p:nvPr/>
                </p:nvSpPr>
                <p:spPr>
                  <a:xfrm>
                    <a:off x="8730000" y="4795920"/>
                    <a:ext cx="93240" cy="80640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603" name="Rectangle 106"/>
                  <p:cNvSpPr/>
                  <p:nvPr/>
                </p:nvSpPr>
                <p:spPr>
                  <a:xfrm>
                    <a:off x="8931600" y="4795920"/>
                    <a:ext cx="93240" cy="80640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</p:grpSp>
            <p:grpSp>
              <p:nvGrpSpPr>
                <p:cNvPr id="604" name="Group 114"/>
                <p:cNvGrpSpPr/>
                <p:nvPr/>
              </p:nvGrpSpPr>
              <p:grpSpPr>
                <a:xfrm>
                  <a:off x="7928280" y="4959000"/>
                  <a:ext cx="1096560" cy="80640"/>
                  <a:chOff x="7928280" y="4959000"/>
                  <a:chExt cx="1096560" cy="80640"/>
                </a:xfrm>
              </p:grpSpPr>
              <p:sp>
                <p:nvSpPr>
                  <p:cNvPr id="605" name="Rectangle 108"/>
                  <p:cNvSpPr/>
                  <p:nvPr/>
                </p:nvSpPr>
                <p:spPr>
                  <a:xfrm>
                    <a:off x="7928280" y="4959000"/>
                    <a:ext cx="93240" cy="80640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606" name="Rectangle 109"/>
                  <p:cNvSpPr/>
                  <p:nvPr/>
                </p:nvSpPr>
                <p:spPr>
                  <a:xfrm>
                    <a:off x="8121960" y="4959000"/>
                    <a:ext cx="99720" cy="80640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607" name="Rectangle 110"/>
                  <p:cNvSpPr/>
                  <p:nvPr/>
                </p:nvSpPr>
                <p:spPr>
                  <a:xfrm>
                    <a:off x="8328240" y="4959000"/>
                    <a:ext cx="95040" cy="80640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608" name="Rectangle 111"/>
                  <p:cNvSpPr/>
                  <p:nvPr/>
                </p:nvSpPr>
                <p:spPr>
                  <a:xfrm>
                    <a:off x="8528400" y="4959000"/>
                    <a:ext cx="95040" cy="80640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609" name="Rectangle 112"/>
                  <p:cNvSpPr/>
                  <p:nvPr/>
                </p:nvSpPr>
                <p:spPr>
                  <a:xfrm>
                    <a:off x="8730000" y="4959000"/>
                    <a:ext cx="93240" cy="80640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610" name="Rectangle 113"/>
                  <p:cNvSpPr/>
                  <p:nvPr/>
                </p:nvSpPr>
                <p:spPr>
                  <a:xfrm>
                    <a:off x="8931600" y="4959000"/>
                    <a:ext cx="93240" cy="80640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</p:grpSp>
          </p:grpSp>
        </p:grpSp>
        <p:sp>
          <p:nvSpPr>
            <p:cNvPr id="611" name="Rectangle 117"/>
            <p:cNvSpPr/>
            <p:nvPr/>
          </p:nvSpPr>
          <p:spPr>
            <a:xfrm>
              <a:off x="464040" y="361800"/>
              <a:ext cx="8216280" cy="441936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/>
            </a:ln>
            <a:effectLst>
              <a:outerShdw blurRad="63360" dir="2700000" dist="71785" rotWithShape="0">
                <a:srgbClr val="232323">
                  <a:alpha val="7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numCol="1" spcCol="0" lIns="45720" rIns="45720" anchor="ctr">
              <a:noAutofit/>
            </a:bodyPr>
            <a:p>
              <a:pPr defTabSz="685800">
                <a:lnSpc>
                  <a:spcPct val="100000"/>
                </a:lnSpc>
                <a:tabLst>
                  <a:tab algn="l" pos="0"/>
                </a:tabLst>
              </a:pPr>
              <a:endPara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</p:grpSp>
      <p:pic>
        <p:nvPicPr>
          <p:cNvPr id="612" name="Picture 121" descr="Picture 121"/>
          <p:cNvPicPr/>
          <p:nvPr/>
        </p:nvPicPr>
        <p:blipFill>
          <a:blip r:embed="rId2"/>
          <a:stretch/>
        </p:blipFill>
        <p:spPr>
          <a:xfrm>
            <a:off x="622800" y="4245840"/>
            <a:ext cx="977040" cy="440280"/>
          </a:xfrm>
          <a:prstGeom prst="rect">
            <a:avLst/>
          </a:prstGeom>
          <a:noFill/>
          <a:ln w="12700">
            <a:noFill/>
          </a:ln>
        </p:spPr>
      </p:pic>
      <p:sp>
        <p:nvSpPr>
          <p:cNvPr id="613" name="PlaceHolder 1"/>
          <p:cNvSpPr>
            <a:spLocks noGrp="1"/>
          </p:cNvSpPr>
          <p:nvPr>
            <p:ph type="title"/>
          </p:nvPr>
        </p:nvSpPr>
        <p:spPr>
          <a:xfrm>
            <a:off x="6362640" y="457200"/>
            <a:ext cx="1790280" cy="4114440"/>
          </a:xfrm>
          <a:prstGeom prst="rect">
            <a:avLst/>
          </a:prstGeom>
          <a:noFill/>
          <a:ln w="12600">
            <a:noFill/>
          </a:ln>
        </p:spPr>
        <p:txBody>
          <a:bodyPr lIns="44280" rIns="44280" tIns="44280" bIns="44280" anchor="ctr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lang="en-US" sz="27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Title Text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614" name="PlaceHolder 2"/>
          <p:cNvSpPr>
            <a:spLocks noGrp="1"/>
          </p:cNvSpPr>
          <p:nvPr>
            <p:ph type="body"/>
          </p:nvPr>
        </p:nvSpPr>
        <p:spPr>
          <a:xfrm>
            <a:off x="990720" y="457200"/>
            <a:ext cx="5231160" cy="4114440"/>
          </a:xfrm>
          <a:prstGeom prst="rect">
            <a:avLst/>
          </a:prstGeom>
          <a:noFill/>
          <a:ln w="12600">
            <a:noFill/>
          </a:ln>
        </p:spPr>
        <p:txBody>
          <a:bodyPr lIns="44280" rIns="44280" tIns="44280" bIns="44280" anchor="t">
            <a:noAutofit/>
          </a:bodyPr>
          <a:p>
            <a:pPr marL="214200" indent="-214200" defTabSz="914400">
              <a:lnSpc>
                <a:spcPct val="90000"/>
              </a:lnSpc>
              <a:spcBef>
                <a:spcPts val="601"/>
              </a:spcBef>
              <a:buNone/>
              <a:tabLst>
                <a:tab algn="l" pos="0"/>
              </a:tabLst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Body Level One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214200" indent="128520" defTabSz="914400">
              <a:lnSpc>
                <a:spcPct val="90000"/>
              </a:lnSpc>
              <a:spcBef>
                <a:spcPts val="601"/>
              </a:spcBef>
              <a:buNone/>
              <a:tabLst>
                <a:tab algn="l" pos="0"/>
              </a:tabLst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Body Level Two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214200" indent="471600" defTabSz="914400">
              <a:lnSpc>
                <a:spcPct val="90000"/>
              </a:lnSpc>
              <a:spcBef>
                <a:spcPts val="601"/>
              </a:spcBef>
              <a:buNone/>
              <a:tabLst>
                <a:tab algn="l" pos="0"/>
              </a:tabLst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Body Level Three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214200" indent="814320" defTabSz="914400">
              <a:lnSpc>
                <a:spcPct val="90000"/>
              </a:lnSpc>
              <a:spcBef>
                <a:spcPts val="601"/>
              </a:spcBef>
              <a:buNone/>
              <a:tabLst>
                <a:tab algn="l" pos="0"/>
              </a:tabLst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Body Level Four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214200" indent="1157400" defTabSz="914400">
              <a:lnSpc>
                <a:spcPct val="90000"/>
              </a:lnSpc>
              <a:spcBef>
                <a:spcPts val="601"/>
              </a:spcBef>
              <a:buNone/>
              <a:tabLst>
                <a:tab algn="l" pos="0"/>
              </a:tabLst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Body Level Five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615" name="PlaceHolder 3"/>
          <p:cNvSpPr>
            <a:spLocks noGrp="1"/>
          </p:cNvSpPr>
          <p:nvPr>
            <p:ph type="sldNum" idx="6"/>
          </p:nvPr>
        </p:nvSpPr>
        <p:spPr>
          <a:xfrm>
            <a:off x="4419720" y="4627440"/>
            <a:ext cx="2133360" cy="279000"/>
          </a:xfrm>
          <a:prstGeom prst="rect">
            <a:avLst/>
          </a:prstGeom>
          <a:noFill/>
          <a:ln w="12600">
            <a:noFill/>
          </a:ln>
        </p:spPr>
        <p:txBody>
          <a:bodyPr lIns="45720" rIns="45720" tIns="45000" bIns="4500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558EDBEB-ADC3-47C5-873C-D39B49BCBB5D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IETF Hackathon - &lt;Project name&gt;" hidden="1"/>
          <p:cNvSpPr/>
          <p:nvPr/>
        </p:nvSpPr>
        <p:spPr>
          <a:xfrm>
            <a:off x="3045600" y="4731480"/>
            <a:ext cx="2763360" cy="29412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45720" rIns="45720" tIns="45000" bIns="45000" anchor="t">
            <a:sp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lang="en-US" sz="1400" b="0" u="none" strike="noStrike">
                <a:solidFill>
                  <a:srgbClr val="535353"/>
                </a:solidFill>
                <a:effectLst/>
                <a:uFillTx/>
                <a:latin typeface="Calibri"/>
                <a:ea typeface="Calibri"/>
              </a:rPr>
              <a:t>IETF Hackathon - &lt;Project name&gt;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7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12600">
            <a:noFill/>
          </a:ln>
        </p:spPr>
        <p:txBody>
          <a:bodyPr lIns="45720" rIns="45720" tIns="45000" bIns="4500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Title Text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618" name="PlaceHolder 2"/>
          <p:cNvSpPr>
            <a:spLocks noGrp="1"/>
          </p:cNvSpPr>
          <p:nvPr>
            <p:ph type="body"/>
          </p:nvPr>
        </p:nvSpPr>
        <p:spPr>
          <a:xfrm>
            <a:off x="457200" y="1200240"/>
            <a:ext cx="4038120" cy="3394080"/>
          </a:xfrm>
          <a:prstGeom prst="rect">
            <a:avLst/>
          </a:prstGeom>
          <a:noFill/>
          <a:ln w="12600">
            <a:noFill/>
          </a:ln>
        </p:spPr>
        <p:txBody>
          <a:bodyPr lIns="45720" rIns="45720" tIns="45000" bIns="4500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Body Level One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790560" lvl="1" indent="-333360" defTabSz="457200">
              <a:lnSpc>
                <a:spcPct val="100000"/>
              </a:lnSpc>
              <a:spcBef>
                <a:spcPts val="60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Body Level Two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234440" lvl="2" indent="-320040" defTabSz="457200">
              <a:lnSpc>
                <a:spcPct val="100000"/>
              </a:lnSpc>
              <a:spcBef>
                <a:spcPts val="6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Body Level Three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727280" lvl="3" indent="-355680" defTabSz="457200">
              <a:lnSpc>
                <a:spcPct val="100000"/>
              </a:lnSpc>
              <a:spcBef>
                <a:spcPts val="60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Body Level Four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2184480" lvl="4" indent="-355680" defTabSz="457200">
              <a:lnSpc>
                <a:spcPct val="100000"/>
              </a:lnSpc>
              <a:spcBef>
                <a:spcPts val="601"/>
              </a:spcBef>
              <a:buClr>
                <a:srgbClr val="000000"/>
              </a:buClr>
              <a:buFont typeface="Arial"/>
              <a:buChar char="»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Body Level Five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619" name="PlaceHolder 3"/>
          <p:cNvSpPr>
            <a:spLocks noGrp="1"/>
          </p:cNvSpPr>
          <p:nvPr>
            <p:ph type="sldNum" idx="7"/>
          </p:nvPr>
        </p:nvSpPr>
        <p:spPr>
          <a:xfrm>
            <a:off x="8422920" y="4769640"/>
            <a:ext cx="263520" cy="268920"/>
          </a:xfrm>
          <a:prstGeom prst="rect">
            <a:avLst/>
          </a:prstGeom>
          <a:noFill/>
          <a:ln w="12600">
            <a:noFill/>
          </a:ln>
        </p:spPr>
        <p:txBody>
          <a:bodyPr lIns="45720" rIns="45720" tIns="45000" bIns="4500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0468B96D-0D6D-4BD8-8EB6-6906BEB6DCAD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IETF Hackathon - &lt;Project name&gt;" hidden="1"/>
          <p:cNvSpPr/>
          <p:nvPr/>
        </p:nvSpPr>
        <p:spPr>
          <a:xfrm>
            <a:off x="3045600" y="4731480"/>
            <a:ext cx="2763360" cy="29412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45720" rIns="45720" tIns="45000" bIns="45000" anchor="t">
            <a:sp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lang="en-US" sz="1400" b="0" u="none" strike="noStrike">
                <a:solidFill>
                  <a:srgbClr val="535353"/>
                </a:solidFill>
                <a:effectLst/>
                <a:uFillTx/>
                <a:latin typeface="Calibri"/>
                <a:ea typeface="Calibri"/>
              </a:rPr>
              <a:t>IETF Hackathon - &lt;Project name&gt;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1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12600">
            <a:noFill/>
          </a:ln>
        </p:spPr>
        <p:txBody>
          <a:bodyPr lIns="45720" rIns="45720" tIns="45000" bIns="4500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Title Text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622" name="PlaceHolder 2"/>
          <p:cNvSpPr>
            <a:spLocks noGrp="1"/>
          </p:cNvSpPr>
          <p:nvPr>
            <p:ph type="body"/>
          </p:nvPr>
        </p:nvSpPr>
        <p:spPr>
          <a:xfrm>
            <a:off x="457200" y="1151280"/>
            <a:ext cx="4039920" cy="479520"/>
          </a:xfrm>
          <a:prstGeom prst="rect">
            <a:avLst/>
          </a:prstGeom>
          <a:noFill/>
          <a:ln w="12600">
            <a:noFill/>
          </a:ln>
        </p:spPr>
        <p:txBody>
          <a:bodyPr lIns="45720" rIns="45720" tIns="45000" bIns="45000" anchor="b">
            <a:noAutofit/>
          </a:bodyPr>
          <a:p>
            <a:pPr indent="0" defTabSz="457200">
              <a:lnSpc>
                <a:spcPct val="100000"/>
              </a:lnSpc>
              <a:spcBef>
                <a:spcPts val="499"/>
              </a:spcBef>
              <a:buNone/>
              <a:tabLst>
                <a:tab algn="l" pos="0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Body Level One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indent="0" defTabSz="457200">
              <a:lnSpc>
                <a:spcPct val="100000"/>
              </a:lnSpc>
              <a:spcBef>
                <a:spcPts val="499"/>
              </a:spcBef>
              <a:buNone/>
              <a:tabLst>
                <a:tab algn="l" pos="0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Body Level Two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indent="0" defTabSz="457200">
              <a:lnSpc>
                <a:spcPct val="100000"/>
              </a:lnSpc>
              <a:spcBef>
                <a:spcPts val="499"/>
              </a:spcBef>
              <a:buNone/>
              <a:tabLst>
                <a:tab algn="l" pos="0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Body Level Three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indent="0" defTabSz="457200">
              <a:lnSpc>
                <a:spcPct val="100000"/>
              </a:lnSpc>
              <a:spcBef>
                <a:spcPts val="499"/>
              </a:spcBef>
              <a:buNone/>
              <a:tabLst>
                <a:tab algn="l" pos="0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Body Level Four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indent="0" defTabSz="457200">
              <a:lnSpc>
                <a:spcPct val="100000"/>
              </a:lnSpc>
              <a:spcBef>
                <a:spcPts val="499"/>
              </a:spcBef>
              <a:buNone/>
              <a:tabLst>
                <a:tab algn="l" pos="0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Body Level Five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623" name="PlaceHolder 3"/>
          <p:cNvSpPr>
            <a:spLocks noGrp="1"/>
          </p:cNvSpPr>
          <p:nvPr>
            <p:ph type="body"/>
          </p:nvPr>
        </p:nvSpPr>
        <p:spPr>
          <a:xfrm>
            <a:off x="4645080" y="1151280"/>
            <a:ext cx="4041360" cy="479520"/>
          </a:xfrm>
          <a:prstGeom prst="rect">
            <a:avLst/>
          </a:prstGeom>
          <a:noFill/>
          <a:ln w="12600">
            <a:noFill/>
          </a:ln>
        </p:spPr>
        <p:txBody>
          <a:bodyPr lIns="45720" rIns="45720" tIns="45000" bIns="45000" anchor="b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Second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Third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Fourth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Fifth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Sixth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Seventh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624" name="PlaceHolder 4"/>
          <p:cNvSpPr>
            <a:spLocks noGrp="1"/>
          </p:cNvSpPr>
          <p:nvPr>
            <p:ph type="sldNum" idx="8"/>
          </p:nvPr>
        </p:nvSpPr>
        <p:spPr>
          <a:xfrm>
            <a:off x="8422920" y="4769640"/>
            <a:ext cx="263520" cy="268920"/>
          </a:xfrm>
          <a:prstGeom prst="rect">
            <a:avLst/>
          </a:prstGeom>
          <a:noFill/>
          <a:ln w="12600">
            <a:noFill/>
          </a:ln>
        </p:spPr>
        <p:txBody>
          <a:bodyPr lIns="45720" rIns="45720" tIns="45000" bIns="4500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6ED0AED3-AB79-4784-BDCA-735B301BB92C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IETF Hackathon - &lt;Project name&gt;" hidden="1"/>
          <p:cNvSpPr/>
          <p:nvPr/>
        </p:nvSpPr>
        <p:spPr>
          <a:xfrm>
            <a:off x="3045600" y="4731480"/>
            <a:ext cx="2763360" cy="29412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45720" rIns="45720" tIns="45000" bIns="45000" anchor="t">
            <a:sp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lang="en-US" sz="1400" b="0" u="none" strike="noStrike">
                <a:solidFill>
                  <a:srgbClr val="535353"/>
                </a:solidFill>
                <a:effectLst/>
                <a:uFillTx/>
                <a:latin typeface="Calibri"/>
                <a:ea typeface="Calibri"/>
              </a:rPr>
              <a:t>IETF Hackathon - &lt;Project name&gt;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626" name="Group 118"/>
          <p:cNvGrpSpPr/>
          <p:nvPr/>
        </p:nvGrpSpPr>
        <p:grpSpPr>
          <a:xfrm>
            <a:off x="70200" y="59400"/>
            <a:ext cx="8954640" cy="4980240"/>
            <a:chOff x="70200" y="59400"/>
            <a:chExt cx="8954640" cy="4980240"/>
          </a:xfrm>
        </p:grpSpPr>
        <p:grpSp>
          <p:nvGrpSpPr>
            <p:cNvPr id="627" name="Group 116"/>
            <p:cNvGrpSpPr/>
            <p:nvPr/>
          </p:nvGrpSpPr>
          <p:grpSpPr>
            <a:xfrm>
              <a:off x="70200" y="59400"/>
              <a:ext cx="8954640" cy="4980240"/>
              <a:chOff x="70200" y="59400"/>
              <a:chExt cx="8954640" cy="4980240"/>
            </a:xfrm>
          </p:grpSpPr>
          <p:grpSp>
            <p:nvGrpSpPr>
              <p:cNvPr id="628" name="Group 58"/>
              <p:cNvGrpSpPr/>
              <p:nvPr/>
            </p:nvGrpSpPr>
            <p:grpSpPr>
              <a:xfrm>
                <a:off x="70200" y="59400"/>
                <a:ext cx="1098360" cy="1215360"/>
                <a:chOff x="70200" y="59400"/>
                <a:chExt cx="1098360" cy="1215360"/>
              </a:xfrm>
            </p:grpSpPr>
            <p:grpSp>
              <p:nvGrpSpPr>
                <p:cNvPr id="629" name="Group 8"/>
                <p:cNvGrpSpPr/>
                <p:nvPr/>
              </p:nvGrpSpPr>
              <p:grpSpPr>
                <a:xfrm>
                  <a:off x="70200" y="59400"/>
                  <a:ext cx="1098360" cy="80640"/>
                  <a:chOff x="70200" y="59400"/>
                  <a:chExt cx="1098360" cy="80640"/>
                </a:xfrm>
              </p:grpSpPr>
              <p:sp>
                <p:nvSpPr>
                  <p:cNvPr id="630" name="Rectangle 2"/>
                  <p:cNvSpPr/>
                  <p:nvPr/>
                </p:nvSpPr>
                <p:spPr>
                  <a:xfrm>
                    <a:off x="70200" y="59400"/>
                    <a:ext cx="95040" cy="80640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631" name="Rectangle 3"/>
                  <p:cNvSpPr/>
                  <p:nvPr/>
                </p:nvSpPr>
                <p:spPr>
                  <a:xfrm>
                    <a:off x="270360" y="59400"/>
                    <a:ext cx="93240" cy="80640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632" name="Rectangle 4"/>
                  <p:cNvSpPr/>
                  <p:nvPr/>
                </p:nvSpPr>
                <p:spPr>
                  <a:xfrm>
                    <a:off x="471960" y="59400"/>
                    <a:ext cx="93240" cy="80640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633" name="Rectangle 5"/>
                  <p:cNvSpPr/>
                  <p:nvPr/>
                </p:nvSpPr>
                <p:spPr>
                  <a:xfrm>
                    <a:off x="672120" y="59400"/>
                    <a:ext cx="95040" cy="80640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634" name="Rectangle 6"/>
                  <p:cNvSpPr/>
                  <p:nvPr/>
                </p:nvSpPr>
                <p:spPr>
                  <a:xfrm>
                    <a:off x="871920" y="59400"/>
                    <a:ext cx="95040" cy="80640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635" name="Rectangle 7"/>
                  <p:cNvSpPr/>
                  <p:nvPr/>
                </p:nvSpPr>
                <p:spPr>
                  <a:xfrm>
                    <a:off x="1073520" y="59400"/>
                    <a:ext cx="95040" cy="80640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</p:grpSp>
            <p:grpSp>
              <p:nvGrpSpPr>
                <p:cNvPr id="636" name="Group 15"/>
                <p:cNvGrpSpPr/>
                <p:nvPr/>
              </p:nvGrpSpPr>
              <p:grpSpPr>
                <a:xfrm>
                  <a:off x="70200" y="219240"/>
                  <a:ext cx="1098360" cy="80640"/>
                  <a:chOff x="70200" y="219240"/>
                  <a:chExt cx="1098360" cy="80640"/>
                </a:xfrm>
              </p:grpSpPr>
              <p:sp>
                <p:nvSpPr>
                  <p:cNvPr id="637" name="Rectangle 9"/>
                  <p:cNvSpPr/>
                  <p:nvPr/>
                </p:nvSpPr>
                <p:spPr>
                  <a:xfrm>
                    <a:off x="70200" y="219240"/>
                    <a:ext cx="95040" cy="80640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638" name="Rectangle 10"/>
                  <p:cNvSpPr/>
                  <p:nvPr/>
                </p:nvSpPr>
                <p:spPr>
                  <a:xfrm>
                    <a:off x="270360" y="219240"/>
                    <a:ext cx="93240" cy="80640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639" name="Rectangle 11"/>
                  <p:cNvSpPr/>
                  <p:nvPr/>
                </p:nvSpPr>
                <p:spPr>
                  <a:xfrm>
                    <a:off x="471960" y="219240"/>
                    <a:ext cx="93240" cy="80640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640" name="Rectangle 12"/>
                  <p:cNvSpPr/>
                  <p:nvPr/>
                </p:nvSpPr>
                <p:spPr>
                  <a:xfrm>
                    <a:off x="672120" y="219240"/>
                    <a:ext cx="95040" cy="80640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641" name="Rectangle 13"/>
                  <p:cNvSpPr/>
                  <p:nvPr/>
                </p:nvSpPr>
                <p:spPr>
                  <a:xfrm>
                    <a:off x="871920" y="219240"/>
                    <a:ext cx="95040" cy="80640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642" name="Rectangle 14"/>
                  <p:cNvSpPr/>
                  <p:nvPr/>
                </p:nvSpPr>
                <p:spPr>
                  <a:xfrm>
                    <a:off x="1073520" y="219240"/>
                    <a:ext cx="95040" cy="80640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</p:grpSp>
            <p:grpSp>
              <p:nvGrpSpPr>
                <p:cNvPr id="643" name="Group 22"/>
                <p:cNvGrpSpPr/>
                <p:nvPr/>
              </p:nvGrpSpPr>
              <p:grpSpPr>
                <a:xfrm>
                  <a:off x="70200" y="382320"/>
                  <a:ext cx="1098360" cy="80640"/>
                  <a:chOff x="70200" y="382320"/>
                  <a:chExt cx="1098360" cy="80640"/>
                </a:xfrm>
              </p:grpSpPr>
              <p:sp>
                <p:nvSpPr>
                  <p:cNvPr id="644" name="Rectangle 16"/>
                  <p:cNvSpPr/>
                  <p:nvPr/>
                </p:nvSpPr>
                <p:spPr>
                  <a:xfrm>
                    <a:off x="70200" y="382320"/>
                    <a:ext cx="95040" cy="80640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645" name="Rectangle 17"/>
                  <p:cNvSpPr/>
                  <p:nvPr/>
                </p:nvSpPr>
                <p:spPr>
                  <a:xfrm>
                    <a:off x="270360" y="382320"/>
                    <a:ext cx="93240" cy="80640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646" name="Rectangle 18"/>
                  <p:cNvSpPr/>
                  <p:nvPr/>
                </p:nvSpPr>
                <p:spPr>
                  <a:xfrm>
                    <a:off x="471960" y="382320"/>
                    <a:ext cx="93240" cy="80640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647" name="Rectangle 19"/>
                  <p:cNvSpPr/>
                  <p:nvPr/>
                </p:nvSpPr>
                <p:spPr>
                  <a:xfrm>
                    <a:off x="672120" y="382320"/>
                    <a:ext cx="95040" cy="80640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648" name="Rectangle 20"/>
                  <p:cNvSpPr/>
                  <p:nvPr/>
                </p:nvSpPr>
                <p:spPr>
                  <a:xfrm>
                    <a:off x="871920" y="382320"/>
                    <a:ext cx="95040" cy="80640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649" name="Rectangle 21"/>
                  <p:cNvSpPr/>
                  <p:nvPr/>
                </p:nvSpPr>
                <p:spPr>
                  <a:xfrm>
                    <a:off x="1073520" y="382320"/>
                    <a:ext cx="95040" cy="80640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</p:grpSp>
            <p:grpSp>
              <p:nvGrpSpPr>
                <p:cNvPr id="650" name="Group 29"/>
                <p:cNvGrpSpPr/>
                <p:nvPr/>
              </p:nvGrpSpPr>
              <p:grpSpPr>
                <a:xfrm>
                  <a:off x="70200" y="545400"/>
                  <a:ext cx="1098360" cy="80640"/>
                  <a:chOff x="70200" y="545400"/>
                  <a:chExt cx="1098360" cy="80640"/>
                </a:xfrm>
              </p:grpSpPr>
              <p:sp>
                <p:nvSpPr>
                  <p:cNvPr id="651" name="Rectangle 23"/>
                  <p:cNvSpPr/>
                  <p:nvPr/>
                </p:nvSpPr>
                <p:spPr>
                  <a:xfrm>
                    <a:off x="70200" y="545400"/>
                    <a:ext cx="95040" cy="80640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652" name="Rectangle 24"/>
                  <p:cNvSpPr/>
                  <p:nvPr/>
                </p:nvSpPr>
                <p:spPr>
                  <a:xfrm>
                    <a:off x="270360" y="545400"/>
                    <a:ext cx="93240" cy="80640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653" name="Rectangle 25"/>
                  <p:cNvSpPr/>
                  <p:nvPr/>
                </p:nvSpPr>
                <p:spPr>
                  <a:xfrm>
                    <a:off x="471960" y="545400"/>
                    <a:ext cx="93240" cy="80640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654" name="Rectangle 26"/>
                  <p:cNvSpPr/>
                  <p:nvPr/>
                </p:nvSpPr>
                <p:spPr>
                  <a:xfrm>
                    <a:off x="672120" y="545400"/>
                    <a:ext cx="95040" cy="80640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655" name="Rectangle 27"/>
                  <p:cNvSpPr/>
                  <p:nvPr/>
                </p:nvSpPr>
                <p:spPr>
                  <a:xfrm>
                    <a:off x="871920" y="545400"/>
                    <a:ext cx="95040" cy="80640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656" name="Rectangle 28"/>
                  <p:cNvSpPr/>
                  <p:nvPr/>
                </p:nvSpPr>
                <p:spPr>
                  <a:xfrm>
                    <a:off x="1073520" y="545400"/>
                    <a:ext cx="95040" cy="80640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</p:grpSp>
            <p:grpSp>
              <p:nvGrpSpPr>
                <p:cNvPr id="657" name="Group 36"/>
                <p:cNvGrpSpPr/>
                <p:nvPr/>
              </p:nvGrpSpPr>
              <p:grpSpPr>
                <a:xfrm>
                  <a:off x="70200" y="705960"/>
                  <a:ext cx="1098360" cy="80640"/>
                  <a:chOff x="70200" y="705960"/>
                  <a:chExt cx="1098360" cy="80640"/>
                </a:xfrm>
              </p:grpSpPr>
              <p:sp>
                <p:nvSpPr>
                  <p:cNvPr id="658" name="Rectangle 30"/>
                  <p:cNvSpPr/>
                  <p:nvPr/>
                </p:nvSpPr>
                <p:spPr>
                  <a:xfrm>
                    <a:off x="70200" y="705960"/>
                    <a:ext cx="95040" cy="80640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659" name="Rectangle 31"/>
                  <p:cNvSpPr/>
                  <p:nvPr/>
                </p:nvSpPr>
                <p:spPr>
                  <a:xfrm>
                    <a:off x="270360" y="705960"/>
                    <a:ext cx="93240" cy="80640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660" name="Rectangle 32"/>
                  <p:cNvSpPr/>
                  <p:nvPr/>
                </p:nvSpPr>
                <p:spPr>
                  <a:xfrm>
                    <a:off x="471960" y="705960"/>
                    <a:ext cx="93240" cy="80640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661" name="Rectangle 33"/>
                  <p:cNvSpPr/>
                  <p:nvPr/>
                </p:nvSpPr>
                <p:spPr>
                  <a:xfrm>
                    <a:off x="672120" y="705960"/>
                    <a:ext cx="95040" cy="80640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662" name="Rectangle 34"/>
                  <p:cNvSpPr/>
                  <p:nvPr/>
                </p:nvSpPr>
                <p:spPr>
                  <a:xfrm>
                    <a:off x="871920" y="705960"/>
                    <a:ext cx="95040" cy="80640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663" name="Rectangle 35"/>
                  <p:cNvSpPr/>
                  <p:nvPr/>
                </p:nvSpPr>
                <p:spPr>
                  <a:xfrm>
                    <a:off x="1073520" y="705960"/>
                    <a:ext cx="95040" cy="80640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</p:grpSp>
            <p:grpSp>
              <p:nvGrpSpPr>
                <p:cNvPr id="664" name="Group 43"/>
                <p:cNvGrpSpPr/>
                <p:nvPr/>
              </p:nvGrpSpPr>
              <p:grpSpPr>
                <a:xfrm>
                  <a:off x="70200" y="869040"/>
                  <a:ext cx="1098360" cy="80640"/>
                  <a:chOff x="70200" y="869040"/>
                  <a:chExt cx="1098360" cy="80640"/>
                </a:xfrm>
              </p:grpSpPr>
              <p:sp>
                <p:nvSpPr>
                  <p:cNvPr id="665" name="Rectangle 37"/>
                  <p:cNvSpPr/>
                  <p:nvPr/>
                </p:nvSpPr>
                <p:spPr>
                  <a:xfrm>
                    <a:off x="70200" y="869040"/>
                    <a:ext cx="95040" cy="80640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666" name="Rectangle 38"/>
                  <p:cNvSpPr/>
                  <p:nvPr/>
                </p:nvSpPr>
                <p:spPr>
                  <a:xfrm>
                    <a:off x="270360" y="869040"/>
                    <a:ext cx="93240" cy="80640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667" name="Rectangle 39"/>
                  <p:cNvSpPr/>
                  <p:nvPr/>
                </p:nvSpPr>
                <p:spPr>
                  <a:xfrm>
                    <a:off x="471960" y="869040"/>
                    <a:ext cx="93240" cy="80640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668" name="Rectangle 40"/>
                  <p:cNvSpPr/>
                  <p:nvPr/>
                </p:nvSpPr>
                <p:spPr>
                  <a:xfrm>
                    <a:off x="672120" y="869040"/>
                    <a:ext cx="95040" cy="80640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669" name="Rectangle 41"/>
                  <p:cNvSpPr/>
                  <p:nvPr/>
                </p:nvSpPr>
                <p:spPr>
                  <a:xfrm>
                    <a:off x="871920" y="869040"/>
                    <a:ext cx="95040" cy="80640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670" name="Rectangle 42"/>
                  <p:cNvSpPr/>
                  <p:nvPr/>
                </p:nvSpPr>
                <p:spPr>
                  <a:xfrm>
                    <a:off x="1073520" y="869040"/>
                    <a:ext cx="95040" cy="80640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</p:grpSp>
            <p:grpSp>
              <p:nvGrpSpPr>
                <p:cNvPr id="671" name="Group 50"/>
                <p:cNvGrpSpPr/>
                <p:nvPr/>
              </p:nvGrpSpPr>
              <p:grpSpPr>
                <a:xfrm>
                  <a:off x="70200" y="1031040"/>
                  <a:ext cx="1098360" cy="80640"/>
                  <a:chOff x="70200" y="1031040"/>
                  <a:chExt cx="1098360" cy="80640"/>
                </a:xfrm>
              </p:grpSpPr>
              <p:sp>
                <p:nvSpPr>
                  <p:cNvPr id="672" name="Rectangle 44"/>
                  <p:cNvSpPr/>
                  <p:nvPr/>
                </p:nvSpPr>
                <p:spPr>
                  <a:xfrm>
                    <a:off x="70200" y="1031040"/>
                    <a:ext cx="95040" cy="80640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673" name="Rectangle 45"/>
                  <p:cNvSpPr/>
                  <p:nvPr/>
                </p:nvSpPr>
                <p:spPr>
                  <a:xfrm>
                    <a:off x="270360" y="1031040"/>
                    <a:ext cx="93240" cy="80640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674" name="Rectangle 46"/>
                  <p:cNvSpPr/>
                  <p:nvPr/>
                </p:nvSpPr>
                <p:spPr>
                  <a:xfrm>
                    <a:off x="471960" y="1031040"/>
                    <a:ext cx="93240" cy="80640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675" name="Rectangle 47"/>
                  <p:cNvSpPr/>
                  <p:nvPr/>
                </p:nvSpPr>
                <p:spPr>
                  <a:xfrm>
                    <a:off x="672120" y="1031040"/>
                    <a:ext cx="95040" cy="80640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676" name="Rectangle 48"/>
                  <p:cNvSpPr/>
                  <p:nvPr/>
                </p:nvSpPr>
                <p:spPr>
                  <a:xfrm>
                    <a:off x="871920" y="1031040"/>
                    <a:ext cx="95040" cy="80640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677" name="Rectangle 49"/>
                  <p:cNvSpPr/>
                  <p:nvPr/>
                </p:nvSpPr>
                <p:spPr>
                  <a:xfrm>
                    <a:off x="1073520" y="1031040"/>
                    <a:ext cx="95040" cy="80640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</p:grpSp>
            <p:grpSp>
              <p:nvGrpSpPr>
                <p:cNvPr id="678" name="Group 57"/>
                <p:cNvGrpSpPr/>
                <p:nvPr/>
              </p:nvGrpSpPr>
              <p:grpSpPr>
                <a:xfrm>
                  <a:off x="70200" y="1194120"/>
                  <a:ext cx="1098360" cy="80640"/>
                  <a:chOff x="70200" y="1194120"/>
                  <a:chExt cx="1098360" cy="80640"/>
                </a:xfrm>
              </p:grpSpPr>
              <p:sp>
                <p:nvSpPr>
                  <p:cNvPr id="679" name="Rectangle 51"/>
                  <p:cNvSpPr/>
                  <p:nvPr/>
                </p:nvSpPr>
                <p:spPr>
                  <a:xfrm>
                    <a:off x="70200" y="1194120"/>
                    <a:ext cx="95040" cy="80640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680" name="Rectangle 52"/>
                  <p:cNvSpPr/>
                  <p:nvPr/>
                </p:nvSpPr>
                <p:spPr>
                  <a:xfrm>
                    <a:off x="270360" y="1194120"/>
                    <a:ext cx="93240" cy="80640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681" name="Rectangle 53"/>
                  <p:cNvSpPr/>
                  <p:nvPr/>
                </p:nvSpPr>
                <p:spPr>
                  <a:xfrm>
                    <a:off x="471960" y="1194120"/>
                    <a:ext cx="93240" cy="80640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682" name="Rectangle 54"/>
                  <p:cNvSpPr/>
                  <p:nvPr/>
                </p:nvSpPr>
                <p:spPr>
                  <a:xfrm>
                    <a:off x="672120" y="1194120"/>
                    <a:ext cx="95040" cy="80640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683" name="Rectangle 55"/>
                  <p:cNvSpPr/>
                  <p:nvPr/>
                </p:nvSpPr>
                <p:spPr>
                  <a:xfrm>
                    <a:off x="871920" y="1194120"/>
                    <a:ext cx="95040" cy="80640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684" name="Rectangle 56"/>
                  <p:cNvSpPr/>
                  <p:nvPr/>
                </p:nvSpPr>
                <p:spPr>
                  <a:xfrm>
                    <a:off x="1073520" y="1194120"/>
                    <a:ext cx="95040" cy="80640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</p:grpSp>
          </p:grpSp>
          <p:grpSp>
            <p:nvGrpSpPr>
              <p:cNvPr id="685" name="Group 115"/>
              <p:cNvGrpSpPr/>
              <p:nvPr/>
            </p:nvGrpSpPr>
            <p:grpSpPr>
              <a:xfrm>
                <a:off x="7928280" y="3824280"/>
                <a:ext cx="1096560" cy="1215360"/>
                <a:chOff x="7928280" y="3824280"/>
                <a:chExt cx="1096560" cy="1215360"/>
              </a:xfrm>
            </p:grpSpPr>
            <p:grpSp>
              <p:nvGrpSpPr>
                <p:cNvPr id="686" name="Group 65"/>
                <p:cNvGrpSpPr/>
                <p:nvPr/>
              </p:nvGrpSpPr>
              <p:grpSpPr>
                <a:xfrm>
                  <a:off x="7928280" y="3824280"/>
                  <a:ext cx="1096560" cy="80640"/>
                  <a:chOff x="7928280" y="3824280"/>
                  <a:chExt cx="1096560" cy="80640"/>
                </a:xfrm>
              </p:grpSpPr>
              <p:sp>
                <p:nvSpPr>
                  <p:cNvPr id="687" name="Rectangle 59"/>
                  <p:cNvSpPr/>
                  <p:nvPr/>
                </p:nvSpPr>
                <p:spPr>
                  <a:xfrm>
                    <a:off x="7928280" y="3824280"/>
                    <a:ext cx="93240" cy="80640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688" name="Rectangle 60"/>
                  <p:cNvSpPr/>
                  <p:nvPr/>
                </p:nvSpPr>
                <p:spPr>
                  <a:xfrm>
                    <a:off x="8121960" y="3824280"/>
                    <a:ext cx="99720" cy="80640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689" name="Rectangle 61"/>
                  <p:cNvSpPr/>
                  <p:nvPr/>
                </p:nvSpPr>
                <p:spPr>
                  <a:xfrm>
                    <a:off x="8328240" y="3824280"/>
                    <a:ext cx="95040" cy="80640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690" name="Rectangle 62"/>
                  <p:cNvSpPr/>
                  <p:nvPr/>
                </p:nvSpPr>
                <p:spPr>
                  <a:xfrm>
                    <a:off x="8528400" y="3824280"/>
                    <a:ext cx="95040" cy="80640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691" name="Rectangle 63"/>
                  <p:cNvSpPr/>
                  <p:nvPr/>
                </p:nvSpPr>
                <p:spPr>
                  <a:xfrm>
                    <a:off x="8730000" y="3824280"/>
                    <a:ext cx="93240" cy="80640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692" name="Rectangle 64"/>
                  <p:cNvSpPr/>
                  <p:nvPr/>
                </p:nvSpPr>
                <p:spPr>
                  <a:xfrm>
                    <a:off x="8931600" y="3824280"/>
                    <a:ext cx="93240" cy="80640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</p:grpSp>
            <p:grpSp>
              <p:nvGrpSpPr>
                <p:cNvPr id="693" name="Group 72"/>
                <p:cNvGrpSpPr/>
                <p:nvPr/>
              </p:nvGrpSpPr>
              <p:grpSpPr>
                <a:xfrm>
                  <a:off x="7928280" y="3983760"/>
                  <a:ext cx="1096560" cy="80640"/>
                  <a:chOff x="7928280" y="3983760"/>
                  <a:chExt cx="1096560" cy="80640"/>
                </a:xfrm>
              </p:grpSpPr>
              <p:sp>
                <p:nvSpPr>
                  <p:cNvPr id="694" name="Rectangle 66"/>
                  <p:cNvSpPr/>
                  <p:nvPr/>
                </p:nvSpPr>
                <p:spPr>
                  <a:xfrm>
                    <a:off x="7928280" y="3983760"/>
                    <a:ext cx="93240" cy="80640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695" name="Rectangle 67"/>
                  <p:cNvSpPr/>
                  <p:nvPr/>
                </p:nvSpPr>
                <p:spPr>
                  <a:xfrm>
                    <a:off x="8121960" y="3983760"/>
                    <a:ext cx="99720" cy="80640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696" name="Rectangle 68"/>
                  <p:cNvSpPr/>
                  <p:nvPr/>
                </p:nvSpPr>
                <p:spPr>
                  <a:xfrm>
                    <a:off x="8328240" y="3983760"/>
                    <a:ext cx="95040" cy="80640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697" name="Rectangle 69"/>
                  <p:cNvSpPr/>
                  <p:nvPr/>
                </p:nvSpPr>
                <p:spPr>
                  <a:xfrm>
                    <a:off x="8528400" y="3983760"/>
                    <a:ext cx="95040" cy="80640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698" name="Rectangle 70"/>
                  <p:cNvSpPr/>
                  <p:nvPr/>
                </p:nvSpPr>
                <p:spPr>
                  <a:xfrm>
                    <a:off x="8730000" y="3983760"/>
                    <a:ext cx="93240" cy="80640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699" name="Rectangle 71"/>
                  <p:cNvSpPr/>
                  <p:nvPr/>
                </p:nvSpPr>
                <p:spPr>
                  <a:xfrm>
                    <a:off x="8931600" y="3983760"/>
                    <a:ext cx="93240" cy="80640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</p:grpSp>
            <p:grpSp>
              <p:nvGrpSpPr>
                <p:cNvPr id="700" name="Group 79"/>
                <p:cNvGrpSpPr/>
                <p:nvPr/>
              </p:nvGrpSpPr>
              <p:grpSpPr>
                <a:xfrm>
                  <a:off x="7928280" y="4146840"/>
                  <a:ext cx="1096560" cy="80640"/>
                  <a:chOff x="7928280" y="4146840"/>
                  <a:chExt cx="1096560" cy="80640"/>
                </a:xfrm>
              </p:grpSpPr>
              <p:sp>
                <p:nvSpPr>
                  <p:cNvPr id="701" name="Rectangle 73"/>
                  <p:cNvSpPr/>
                  <p:nvPr/>
                </p:nvSpPr>
                <p:spPr>
                  <a:xfrm>
                    <a:off x="7928280" y="4146840"/>
                    <a:ext cx="93240" cy="80640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702" name="Rectangle 74"/>
                  <p:cNvSpPr/>
                  <p:nvPr/>
                </p:nvSpPr>
                <p:spPr>
                  <a:xfrm>
                    <a:off x="8121960" y="4146840"/>
                    <a:ext cx="99720" cy="80640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703" name="Rectangle 75"/>
                  <p:cNvSpPr/>
                  <p:nvPr/>
                </p:nvSpPr>
                <p:spPr>
                  <a:xfrm>
                    <a:off x="8328240" y="4146840"/>
                    <a:ext cx="95040" cy="80640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704" name="Rectangle 76"/>
                  <p:cNvSpPr/>
                  <p:nvPr/>
                </p:nvSpPr>
                <p:spPr>
                  <a:xfrm>
                    <a:off x="8528400" y="4146840"/>
                    <a:ext cx="95040" cy="80640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705" name="Rectangle 77"/>
                  <p:cNvSpPr/>
                  <p:nvPr/>
                </p:nvSpPr>
                <p:spPr>
                  <a:xfrm>
                    <a:off x="8730000" y="4146840"/>
                    <a:ext cx="93240" cy="80640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706" name="Rectangle 78"/>
                  <p:cNvSpPr/>
                  <p:nvPr/>
                </p:nvSpPr>
                <p:spPr>
                  <a:xfrm>
                    <a:off x="8931600" y="4146840"/>
                    <a:ext cx="93240" cy="80640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</p:grpSp>
            <p:grpSp>
              <p:nvGrpSpPr>
                <p:cNvPr id="707" name="Group 86"/>
                <p:cNvGrpSpPr/>
                <p:nvPr/>
              </p:nvGrpSpPr>
              <p:grpSpPr>
                <a:xfrm>
                  <a:off x="7928280" y="4309920"/>
                  <a:ext cx="1096560" cy="80640"/>
                  <a:chOff x="7928280" y="4309920"/>
                  <a:chExt cx="1096560" cy="80640"/>
                </a:xfrm>
              </p:grpSpPr>
              <p:sp>
                <p:nvSpPr>
                  <p:cNvPr id="708" name="Rectangle 80"/>
                  <p:cNvSpPr/>
                  <p:nvPr/>
                </p:nvSpPr>
                <p:spPr>
                  <a:xfrm>
                    <a:off x="7928280" y="4309920"/>
                    <a:ext cx="93240" cy="80640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709" name="Rectangle 81"/>
                  <p:cNvSpPr/>
                  <p:nvPr/>
                </p:nvSpPr>
                <p:spPr>
                  <a:xfrm>
                    <a:off x="8121960" y="4309920"/>
                    <a:ext cx="99720" cy="80640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710" name="Rectangle 82"/>
                  <p:cNvSpPr/>
                  <p:nvPr/>
                </p:nvSpPr>
                <p:spPr>
                  <a:xfrm>
                    <a:off x="8328240" y="4309920"/>
                    <a:ext cx="95040" cy="80640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711" name="Rectangle 83"/>
                  <p:cNvSpPr/>
                  <p:nvPr/>
                </p:nvSpPr>
                <p:spPr>
                  <a:xfrm>
                    <a:off x="8528400" y="4309920"/>
                    <a:ext cx="95040" cy="80640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712" name="Rectangle 84"/>
                  <p:cNvSpPr/>
                  <p:nvPr/>
                </p:nvSpPr>
                <p:spPr>
                  <a:xfrm>
                    <a:off x="8730000" y="4309920"/>
                    <a:ext cx="93240" cy="80640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713" name="Rectangle 85"/>
                  <p:cNvSpPr/>
                  <p:nvPr/>
                </p:nvSpPr>
                <p:spPr>
                  <a:xfrm>
                    <a:off x="8931600" y="4309920"/>
                    <a:ext cx="93240" cy="80640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</p:grpSp>
            <p:grpSp>
              <p:nvGrpSpPr>
                <p:cNvPr id="714" name="Group 93"/>
                <p:cNvGrpSpPr/>
                <p:nvPr/>
              </p:nvGrpSpPr>
              <p:grpSpPr>
                <a:xfrm>
                  <a:off x="7928280" y="4470840"/>
                  <a:ext cx="1096560" cy="80640"/>
                  <a:chOff x="7928280" y="4470840"/>
                  <a:chExt cx="1096560" cy="80640"/>
                </a:xfrm>
              </p:grpSpPr>
              <p:sp>
                <p:nvSpPr>
                  <p:cNvPr id="715" name="Rectangle 87"/>
                  <p:cNvSpPr/>
                  <p:nvPr/>
                </p:nvSpPr>
                <p:spPr>
                  <a:xfrm>
                    <a:off x="7928280" y="4470840"/>
                    <a:ext cx="93240" cy="80640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716" name="Rectangle 88"/>
                  <p:cNvSpPr/>
                  <p:nvPr/>
                </p:nvSpPr>
                <p:spPr>
                  <a:xfrm>
                    <a:off x="8121960" y="4470840"/>
                    <a:ext cx="99720" cy="80640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717" name="Rectangle 89"/>
                  <p:cNvSpPr/>
                  <p:nvPr/>
                </p:nvSpPr>
                <p:spPr>
                  <a:xfrm>
                    <a:off x="8328240" y="4470840"/>
                    <a:ext cx="95040" cy="80640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718" name="Rectangle 90"/>
                  <p:cNvSpPr/>
                  <p:nvPr/>
                </p:nvSpPr>
                <p:spPr>
                  <a:xfrm>
                    <a:off x="8528400" y="4470840"/>
                    <a:ext cx="95040" cy="80640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719" name="Rectangle 91"/>
                  <p:cNvSpPr/>
                  <p:nvPr/>
                </p:nvSpPr>
                <p:spPr>
                  <a:xfrm>
                    <a:off x="8730000" y="4470840"/>
                    <a:ext cx="93240" cy="80640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720" name="Rectangle 92"/>
                  <p:cNvSpPr/>
                  <p:nvPr/>
                </p:nvSpPr>
                <p:spPr>
                  <a:xfrm>
                    <a:off x="8931600" y="4470840"/>
                    <a:ext cx="93240" cy="80640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</p:grpSp>
            <p:grpSp>
              <p:nvGrpSpPr>
                <p:cNvPr id="721" name="Group 100"/>
                <p:cNvGrpSpPr/>
                <p:nvPr/>
              </p:nvGrpSpPr>
              <p:grpSpPr>
                <a:xfrm>
                  <a:off x="7928280" y="4633920"/>
                  <a:ext cx="1096560" cy="80640"/>
                  <a:chOff x="7928280" y="4633920"/>
                  <a:chExt cx="1096560" cy="80640"/>
                </a:xfrm>
              </p:grpSpPr>
              <p:sp>
                <p:nvSpPr>
                  <p:cNvPr id="722" name="Rectangle 94"/>
                  <p:cNvSpPr/>
                  <p:nvPr/>
                </p:nvSpPr>
                <p:spPr>
                  <a:xfrm>
                    <a:off x="7928280" y="4633920"/>
                    <a:ext cx="93240" cy="80640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723" name="Rectangle 95"/>
                  <p:cNvSpPr/>
                  <p:nvPr/>
                </p:nvSpPr>
                <p:spPr>
                  <a:xfrm>
                    <a:off x="8121960" y="4633920"/>
                    <a:ext cx="99720" cy="80640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724" name="Rectangle 96"/>
                  <p:cNvSpPr/>
                  <p:nvPr/>
                </p:nvSpPr>
                <p:spPr>
                  <a:xfrm>
                    <a:off x="8328240" y="4633920"/>
                    <a:ext cx="95040" cy="80640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725" name="Rectangle 97"/>
                  <p:cNvSpPr/>
                  <p:nvPr/>
                </p:nvSpPr>
                <p:spPr>
                  <a:xfrm>
                    <a:off x="8528400" y="4633920"/>
                    <a:ext cx="95040" cy="80640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726" name="Rectangle 98"/>
                  <p:cNvSpPr/>
                  <p:nvPr/>
                </p:nvSpPr>
                <p:spPr>
                  <a:xfrm>
                    <a:off x="8730000" y="4633920"/>
                    <a:ext cx="93240" cy="80640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727" name="Rectangle 99"/>
                  <p:cNvSpPr/>
                  <p:nvPr/>
                </p:nvSpPr>
                <p:spPr>
                  <a:xfrm>
                    <a:off x="8931600" y="4633920"/>
                    <a:ext cx="93240" cy="80640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</p:grpSp>
            <p:grpSp>
              <p:nvGrpSpPr>
                <p:cNvPr id="728" name="Group 107"/>
                <p:cNvGrpSpPr/>
                <p:nvPr/>
              </p:nvGrpSpPr>
              <p:grpSpPr>
                <a:xfrm>
                  <a:off x="7928280" y="4795920"/>
                  <a:ext cx="1096560" cy="80640"/>
                  <a:chOff x="7928280" y="4795920"/>
                  <a:chExt cx="1096560" cy="80640"/>
                </a:xfrm>
              </p:grpSpPr>
              <p:sp>
                <p:nvSpPr>
                  <p:cNvPr id="729" name="Rectangle 101"/>
                  <p:cNvSpPr/>
                  <p:nvPr/>
                </p:nvSpPr>
                <p:spPr>
                  <a:xfrm>
                    <a:off x="7928280" y="4795920"/>
                    <a:ext cx="93240" cy="80640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730" name="Rectangle 102"/>
                  <p:cNvSpPr/>
                  <p:nvPr/>
                </p:nvSpPr>
                <p:spPr>
                  <a:xfrm>
                    <a:off x="8121960" y="4795920"/>
                    <a:ext cx="99720" cy="80640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731" name="Rectangle 103"/>
                  <p:cNvSpPr/>
                  <p:nvPr/>
                </p:nvSpPr>
                <p:spPr>
                  <a:xfrm>
                    <a:off x="8328240" y="4795920"/>
                    <a:ext cx="95040" cy="80640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732" name="Rectangle 104"/>
                  <p:cNvSpPr/>
                  <p:nvPr/>
                </p:nvSpPr>
                <p:spPr>
                  <a:xfrm>
                    <a:off x="8528400" y="4795920"/>
                    <a:ext cx="95040" cy="80640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733" name="Rectangle 105"/>
                  <p:cNvSpPr/>
                  <p:nvPr/>
                </p:nvSpPr>
                <p:spPr>
                  <a:xfrm>
                    <a:off x="8730000" y="4795920"/>
                    <a:ext cx="93240" cy="80640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734" name="Rectangle 106"/>
                  <p:cNvSpPr/>
                  <p:nvPr/>
                </p:nvSpPr>
                <p:spPr>
                  <a:xfrm>
                    <a:off x="8931600" y="4795920"/>
                    <a:ext cx="93240" cy="80640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</p:grpSp>
            <p:grpSp>
              <p:nvGrpSpPr>
                <p:cNvPr id="735" name="Group 114"/>
                <p:cNvGrpSpPr/>
                <p:nvPr/>
              </p:nvGrpSpPr>
              <p:grpSpPr>
                <a:xfrm>
                  <a:off x="7928280" y="4959000"/>
                  <a:ext cx="1096560" cy="80640"/>
                  <a:chOff x="7928280" y="4959000"/>
                  <a:chExt cx="1096560" cy="80640"/>
                </a:xfrm>
              </p:grpSpPr>
              <p:sp>
                <p:nvSpPr>
                  <p:cNvPr id="736" name="Rectangle 108"/>
                  <p:cNvSpPr/>
                  <p:nvPr/>
                </p:nvSpPr>
                <p:spPr>
                  <a:xfrm>
                    <a:off x="7928280" y="4959000"/>
                    <a:ext cx="93240" cy="80640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737" name="Rectangle 109"/>
                  <p:cNvSpPr/>
                  <p:nvPr/>
                </p:nvSpPr>
                <p:spPr>
                  <a:xfrm>
                    <a:off x="8121960" y="4959000"/>
                    <a:ext cx="99720" cy="80640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738" name="Rectangle 110"/>
                  <p:cNvSpPr/>
                  <p:nvPr/>
                </p:nvSpPr>
                <p:spPr>
                  <a:xfrm>
                    <a:off x="8328240" y="4959000"/>
                    <a:ext cx="95040" cy="80640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739" name="Rectangle 111"/>
                  <p:cNvSpPr/>
                  <p:nvPr/>
                </p:nvSpPr>
                <p:spPr>
                  <a:xfrm>
                    <a:off x="8528400" y="4959000"/>
                    <a:ext cx="95040" cy="80640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740" name="Rectangle 112"/>
                  <p:cNvSpPr/>
                  <p:nvPr/>
                </p:nvSpPr>
                <p:spPr>
                  <a:xfrm>
                    <a:off x="8730000" y="4959000"/>
                    <a:ext cx="93240" cy="80640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741" name="Rectangle 113"/>
                  <p:cNvSpPr/>
                  <p:nvPr/>
                </p:nvSpPr>
                <p:spPr>
                  <a:xfrm>
                    <a:off x="8931600" y="4959000"/>
                    <a:ext cx="93240" cy="80640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</p:grpSp>
          </p:grpSp>
        </p:grpSp>
        <p:sp>
          <p:nvSpPr>
            <p:cNvPr id="742" name="Rectangle 117"/>
            <p:cNvSpPr/>
            <p:nvPr/>
          </p:nvSpPr>
          <p:spPr>
            <a:xfrm>
              <a:off x="464040" y="361800"/>
              <a:ext cx="8216280" cy="441936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/>
            </a:ln>
            <a:effectLst>
              <a:outerShdw blurRad="63360" dir="2700000" dist="71785" rotWithShape="0">
                <a:srgbClr val="232323">
                  <a:alpha val="7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numCol="1" spcCol="0" lIns="45720" rIns="45720" anchor="ctr">
              <a:noAutofit/>
            </a:bodyPr>
            <a:p>
              <a:pPr defTabSz="685800">
                <a:lnSpc>
                  <a:spcPct val="100000"/>
                </a:lnSpc>
                <a:tabLst>
                  <a:tab algn="l" pos="0"/>
                </a:tabLst>
              </a:pPr>
              <a:endPara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</p:grpSp>
      <p:pic>
        <p:nvPicPr>
          <p:cNvPr id="743" name="Picture 121" descr="Picture 121"/>
          <p:cNvPicPr/>
          <p:nvPr/>
        </p:nvPicPr>
        <p:blipFill>
          <a:blip r:embed="rId2"/>
          <a:stretch/>
        </p:blipFill>
        <p:spPr>
          <a:xfrm>
            <a:off x="622800" y="4245840"/>
            <a:ext cx="977040" cy="440280"/>
          </a:xfrm>
          <a:prstGeom prst="rect">
            <a:avLst/>
          </a:prstGeom>
          <a:noFill/>
          <a:ln w="12700">
            <a:noFill/>
          </a:ln>
        </p:spPr>
      </p:pic>
      <p:sp>
        <p:nvSpPr>
          <p:cNvPr id="744" name="PlaceHolder 1"/>
          <p:cNvSpPr>
            <a:spLocks noGrp="1"/>
          </p:cNvSpPr>
          <p:nvPr>
            <p:ph type="title"/>
          </p:nvPr>
        </p:nvSpPr>
        <p:spPr>
          <a:xfrm>
            <a:off x="685800" y="1597680"/>
            <a:ext cx="7772040" cy="1102320"/>
          </a:xfrm>
          <a:prstGeom prst="rect">
            <a:avLst/>
          </a:prstGeom>
          <a:noFill/>
          <a:ln w="12600">
            <a:noFill/>
          </a:ln>
        </p:spPr>
        <p:txBody>
          <a:bodyPr lIns="44280" rIns="44280" tIns="44280" bIns="44280" anchor="ctr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lang="en-US" sz="27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Title Text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745" name="PlaceHolder 2"/>
          <p:cNvSpPr>
            <a:spLocks noGrp="1"/>
          </p:cNvSpPr>
          <p:nvPr>
            <p:ph type="body"/>
          </p:nvPr>
        </p:nvSpPr>
        <p:spPr>
          <a:xfrm>
            <a:off x="1371600" y="2914560"/>
            <a:ext cx="6400440" cy="1314000"/>
          </a:xfrm>
          <a:prstGeom prst="rect">
            <a:avLst/>
          </a:prstGeom>
          <a:noFill/>
          <a:ln w="12600">
            <a:noFill/>
          </a:ln>
        </p:spPr>
        <p:txBody>
          <a:bodyPr lIns="44280" rIns="44280" tIns="44280" bIns="44280" anchor="t">
            <a:noAutofit/>
          </a:bodyPr>
          <a:p>
            <a:pPr indent="0" algn="ctr" defTabSz="914400">
              <a:lnSpc>
                <a:spcPct val="90000"/>
              </a:lnSpc>
              <a:spcBef>
                <a:spcPts val="601"/>
              </a:spcBef>
              <a:buNone/>
              <a:tabLst>
                <a:tab algn="l" pos="0"/>
              </a:tabLst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Body Level One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indent="0" algn="ctr" defTabSz="914400">
              <a:lnSpc>
                <a:spcPct val="90000"/>
              </a:lnSpc>
              <a:spcBef>
                <a:spcPts val="601"/>
              </a:spcBef>
              <a:buNone/>
              <a:tabLst>
                <a:tab algn="l" pos="0"/>
              </a:tabLst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Body Level Two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indent="0" algn="ctr" defTabSz="914400">
              <a:lnSpc>
                <a:spcPct val="90000"/>
              </a:lnSpc>
              <a:spcBef>
                <a:spcPts val="601"/>
              </a:spcBef>
              <a:buNone/>
              <a:tabLst>
                <a:tab algn="l" pos="0"/>
              </a:tabLst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Body Level Three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indent="0" algn="ctr" defTabSz="914400">
              <a:lnSpc>
                <a:spcPct val="90000"/>
              </a:lnSpc>
              <a:spcBef>
                <a:spcPts val="601"/>
              </a:spcBef>
              <a:buNone/>
              <a:tabLst>
                <a:tab algn="l" pos="0"/>
              </a:tabLst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Body Level Four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indent="0" algn="ctr" defTabSz="914400">
              <a:lnSpc>
                <a:spcPct val="90000"/>
              </a:lnSpc>
              <a:spcBef>
                <a:spcPts val="601"/>
              </a:spcBef>
              <a:buNone/>
              <a:tabLst>
                <a:tab algn="l" pos="0"/>
              </a:tabLst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Body Level Five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746" name="PlaceHolder 3"/>
          <p:cNvSpPr>
            <a:spLocks noGrp="1"/>
          </p:cNvSpPr>
          <p:nvPr>
            <p:ph type="sldNum" idx="9"/>
          </p:nvPr>
        </p:nvSpPr>
        <p:spPr>
          <a:xfrm>
            <a:off x="4419720" y="4627440"/>
            <a:ext cx="2133360" cy="279000"/>
          </a:xfrm>
          <a:prstGeom prst="rect">
            <a:avLst/>
          </a:prstGeom>
          <a:noFill/>
          <a:ln w="12600">
            <a:noFill/>
          </a:ln>
        </p:spPr>
        <p:txBody>
          <a:bodyPr lIns="45720" rIns="45720" tIns="45000" bIns="4500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4B41D3EB-CD18-4779-9433-324532023F85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IETF Hackathon - &lt;Project name&gt;" hidden="1"/>
          <p:cNvSpPr/>
          <p:nvPr/>
        </p:nvSpPr>
        <p:spPr>
          <a:xfrm>
            <a:off x="3045600" y="4731480"/>
            <a:ext cx="2763360" cy="29412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45720" rIns="45720" tIns="45000" bIns="45000" anchor="t">
            <a:sp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lang="en-US" sz="1400" b="0" u="none" strike="noStrike">
                <a:solidFill>
                  <a:srgbClr val="535353"/>
                </a:solidFill>
                <a:effectLst/>
                <a:uFillTx/>
                <a:latin typeface="Calibri"/>
                <a:ea typeface="Calibri"/>
              </a:rPr>
              <a:t>IETF Hackathon - &lt;Project name&gt;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748" name="Group 118"/>
          <p:cNvGrpSpPr/>
          <p:nvPr/>
        </p:nvGrpSpPr>
        <p:grpSpPr>
          <a:xfrm>
            <a:off x="70200" y="59400"/>
            <a:ext cx="8954640" cy="4980240"/>
            <a:chOff x="70200" y="59400"/>
            <a:chExt cx="8954640" cy="4980240"/>
          </a:xfrm>
        </p:grpSpPr>
        <p:grpSp>
          <p:nvGrpSpPr>
            <p:cNvPr id="749" name="Group 116"/>
            <p:cNvGrpSpPr/>
            <p:nvPr/>
          </p:nvGrpSpPr>
          <p:grpSpPr>
            <a:xfrm>
              <a:off x="70200" y="59400"/>
              <a:ext cx="8954640" cy="4980240"/>
              <a:chOff x="70200" y="59400"/>
              <a:chExt cx="8954640" cy="4980240"/>
            </a:xfrm>
          </p:grpSpPr>
          <p:grpSp>
            <p:nvGrpSpPr>
              <p:cNvPr id="750" name="Group 58"/>
              <p:cNvGrpSpPr/>
              <p:nvPr/>
            </p:nvGrpSpPr>
            <p:grpSpPr>
              <a:xfrm>
                <a:off x="70200" y="59400"/>
                <a:ext cx="1098360" cy="1215360"/>
                <a:chOff x="70200" y="59400"/>
                <a:chExt cx="1098360" cy="1215360"/>
              </a:xfrm>
            </p:grpSpPr>
            <p:grpSp>
              <p:nvGrpSpPr>
                <p:cNvPr id="751" name="Group 8"/>
                <p:cNvGrpSpPr/>
                <p:nvPr/>
              </p:nvGrpSpPr>
              <p:grpSpPr>
                <a:xfrm>
                  <a:off x="70200" y="59400"/>
                  <a:ext cx="1098360" cy="80640"/>
                  <a:chOff x="70200" y="59400"/>
                  <a:chExt cx="1098360" cy="80640"/>
                </a:xfrm>
              </p:grpSpPr>
              <p:sp>
                <p:nvSpPr>
                  <p:cNvPr id="752" name="Rectangle 2"/>
                  <p:cNvSpPr/>
                  <p:nvPr/>
                </p:nvSpPr>
                <p:spPr>
                  <a:xfrm>
                    <a:off x="70200" y="59400"/>
                    <a:ext cx="95040" cy="80640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753" name="Rectangle 3"/>
                  <p:cNvSpPr/>
                  <p:nvPr/>
                </p:nvSpPr>
                <p:spPr>
                  <a:xfrm>
                    <a:off x="270360" y="59400"/>
                    <a:ext cx="93240" cy="80640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754" name="Rectangle 4"/>
                  <p:cNvSpPr/>
                  <p:nvPr/>
                </p:nvSpPr>
                <p:spPr>
                  <a:xfrm>
                    <a:off x="471960" y="59400"/>
                    <a:ext cx="93240" cy="80640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755" name="Rectangle 5"/>
                  <p:cNvSpPr/>
                  <p:nvPr/>
                </p:nvSpPr>
                <p:spPr>
                  <a:xfrm>
                    <a:off x="672120" y="59400"/>
                    <a:ext cx="95040" cy="80640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756" name="Rectangle 6"/>
                  <p:cNvSpPr/>
                  <p:nvPr/>
                </p:nvSpPr>
                <p:spPr>
                  <a:xfrm>
                    <a:off x="871920" y="59400"/>
                    <a:ext cx="95040" cy="80640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757" name="Rectangle 7"/>
                  <p:cNvSpPr/>
                  <p:nvPr/>
                </p:nvSpPr>
                <p:spPr>
                  <a:xfrm>
                    <a:off x="1073520" y="59400"/>
                    <a:ext cx="95040" cy="80640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</p:grpSp>
            <p:grpSp>
              <p:nvGrpSpPr>
                <p:cNvPr id="758" name="Group 15"/>
                <p:cNvGrpSpPr/>
                <p:nvPr/>
              </p:nvGrpSpPr>
              <p:grpSpPr>
                <a:xfrm>
                  <a:off x="70200" y="219240"/>
                  <a:ext cx="1098360" cy="80640"/>
                  <a:chOff x="70200" y="219240"/>
                  <a:chExt cx="1098360" cy="80640"/>
                </a:xfrm>
              </p:grpSpPr>
              <p:sp>
                <p:nvSpPr>
                  <p:cNvPr id="759" name="Rectangle 9"/>
                  <p:cNvSpPr/>
                  <p:nvPr/>
                </p:nvSpPr>
                <p:spPr>
                  <a:xfrm>
                    <a:off x="70200" y="219240"/>
                    <a:ext cx="95040" cy="80640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760" name="Rectangle 10"/>
                  <p:cNvSpPr/>
                  <p:nvPr/>
                </p:nvSpPr>
                <p:spPr>
                  <a:xfrm>
                    <a:off x="270360" y="219240"/>
                    <a:ext cx="93240" cy="80640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761" name="Rectangle 11"/>
                  <p:cNvSpPr/>
                  <p:nvPr/>
                </p:nvSpPr>
                <p:spPr>
                  <a:xfrm>
                    <a:off x="471960" y="219240"/>
                    <a:ext cx="93240" cy="80640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762" name="Rectangle 12"/>
                  <p:cNvSpPr/>
                  <p:nvPr/>
                </p:nvSpPr>
                <p:spPr>
                  <a:xfrm>
                    <a:off x="672120" y="219240"/>
                    <a:ext cx="95040" cy="80640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763" name="Rectangle 13"/>
                  <p:cNvSpPr/>
                  <p:nvPr/>
                </p:nvSpPr>
                <p:spPr>
                  <a:xfrm>
                    <a:off x="871920" y="219240"/>
                    <a:ext cx="95040" cy="80640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764" name="Rectangle 14"/>
                  <p:cNvSpPr/>
                  <p:nvPr/>
                </p:nvSpPr>
                <p:spPr>
                  <a:xfrm>
                    <a:off x="1073520" y="219240"/>
                    <a:ext cx="95040" cy="80640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</p:grpSp>
            <p:grpSp>
              <p:nvGrpSpPr>
                <p:cNvPr id="765" name="Group 22"/>
                <p:cNvGrpSpPr/>
                <p:nvPr/>
              </p:nvGrpSpPr>
              <p:grpSpPr>
                <a:xfrm>
                  <a:off x="70200" y="382320"/>
                  <a:ext cx="1098360" cy="80640"/>
                  <a:chOff x="70200" y="382320"/>
                  <a:chExt cx="1098360" cy="80640"/>
                </a:xfrm>
              </p:grpSpPr>
              <p:sp>
                <p:nvSpPr>
                  <p:cNvPr id="766" name="Rectangle 16"/>
                  <p:cNvSpPr/>
                  <p:nvPr/>
                </p:nvSpPr>
                <p:spPr>
                  <a:xfrm>
                    <a:off x="70200" y="382320"/>
                    <a:ext cx="95040" cy="80640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767" name="Rectangle 17"/>
                  <p:cNvSpPr/>
                  <p:nvPr/>
                </p:nvSpPr>
                <p:spPr>
                  <a:xfrm>
                    <a:off x="270360" y="382320"/>
                    <a:ext cx="93240" cy="80640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768" name="Rectangle 18"/>
                  <p:cNvSpPr/>
                  <p:nvPr/>
                </p:nvSpPr>
                <p:spPr>
                  <a:xfrm>
                    <a:off x="471960" y="382320"/>
                    <a:ext cx="93240" cy="80640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769" name="Rectangle 19"/>
                  <p:cNvSpPr/>
                  <p:nvPr/>
                </p:nvSpPr>
                <p:spPr>
                  <a:xfrm>
                    <a:off x="672120" y="382320"/>
                    <a:ext cx="95040" cy="80640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770" name="Rectangle 20"/>
                  <p:cNvSpPr/>
                  <p:nvPr/>
                </p:nvSpPr>
                <p:spPr>
                  <a:xfrm>
                    <a:off x="871920" y="382320"/>
                    <a:ext cx="95040" cy="80640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771" name="Rectangle 21"/>
                  <p:cNvSpPr/>
                  <p:nvPr/>
                </p:nvSpPr>
                <p:spPr>
                  <a:xfrm>
                    <a:off x="1073520" y="382320"/>
                    <a:ext cx="95040" cy="80640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</p:grpSp>
            <p:grpSp>
              <p:nvGrpSpPr>
                <p:cNvPr id="772" name="Group 29"/>
                <p:cNvGrpSpPr/>
                <p:nvPr/>
              </p:nvGrpSpPr>
              <p:grpSpPr>
                <a:xfrm>
                  <a:off x="70200" y="545400"/>
                  <a:ext cx="1098360" cy="80640"/>
                  <a:chOff x="70200" y="545400"/>
                  <a:chExt cx="1098360" cy="80640"/>
                </a:xfrm>
              </p:grpSpPr>
              <p:sp>
                <p:nvSpPr>
                  <p:cNvPr id="773" name="Rectangle 23"/>
                  <p:cNvSpPr/>
                  <p:nvPr/>
                </p:nvSpPr>
                <p:spPr>
                  <a:xfrm>
                    <a:off x="70200" y="545400"/>
                    <a:ext cx="95040" cy="80640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774" name="Rectangle 24"/>
                  <p:cNvSpPr/>
                  <p:nvPr/>
                </p:nvSpPr>
                <p:spPr>
                  <a:xfrm>
                    <a:off x="270360" y="545400"/>
                    <a:ext cx="93240" cy="80640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775" name="Rectangle 25"/>
                  <p:cNvSpPr/>
                  <p:nvPr/>
                </p:nvSpPr>
                <p:spPr>
                  <a:xfrm>
                    <a:off x="471960" y="545400"/>
                    <a:ext cx="93240" cy="80640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776" name="Rectangle 26"/>
                  <p:cNvSpPr/>
                  <p:nvPr/>
                </p:nvSpPr>
                <p:spPr>
                  <a:xfrm>
                    <a:off x="672120" y="545400"/>
                    <a:ext cx="95040" cy="80640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777" name="Rectangle 27"/>
                  <p:cNvSpPr/>
                  <p:nvPr/>
                </p:nvSpPr>
                <p:spPr>
                  <a:xfrm>
                    <a:off x="871920" y="545400"/>
                    <a:ext cx="95040" cy="80640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778" name="Rectangle 28"/>
                  <p:cNvSpPr/>
                  <p:nvPr/>
                </p:nvSpPr>
                <p:spPr>
                  <a:xfrm>
                    <a:off x="1073520" y="545400"/>
                    <a:ext cx="95040" cy="80640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</p:grpSp>
            <p:grpSp>
              <p:nvGrpSpPr>
                <p:cNvPr id="779" name="Group 36"/>
                <p:cNvGrpSpPr/>
                <p:nvPr/>
              </p:nvGrpSpPr>
              <p:grpSpPr>
                <a:xfrm>
                  <a:off x="70200" y="705960"/>
                  <a:ext cx="1098360" cy="80640"/>
                  <a:chOff x="70200" y="705960"/>
                  <a:chExt cx="1098360" cy="80640"/>
                </a:xfrm>
              </p:grpSpPr>
              <p:sp>
                <p:nvSpPr>
                  <p:cNvPr id="780" name="Rectangle 30"/>
                  <p:cNvSpPr/>
                  <p:nvPr/>
                </p:nvSpPr>
                <p:spPr>
                  <a:xfrm>
                    <a:off x="70200" y="705960"/>
                    <a:ext cx="95040" cy="80640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781" name="Rectangle 31"/>
                  <p:cNvSpPr/>
                  <p:nvPr/>
                </p:nvSpPr>
                <p:spPr>
                  <a:xfrm>
                    <a:off x="270360" y="705960"/>
                    <a:ext cx="93240" cy="80640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782" name="Rectangle 32"/>
                  <p:cNvSpPr/>
                  <p:nvPr/>
                </p:nvSpPr>
                <p:spPr>
                  <a:xfrm>
                    <a:off x="471960" y="705960"/>
                    <a:ext cx="93240" cy="80640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783" name="Rectangle 33"/>
                  <p:cNvSpPr/>
                  <p:nvPr/>
                </p:nvSpPr>
                <p:spPr>
                  <a:xfrm>
                    <a:off x="672120" y="705960"/>
                    <a:ext cx="95040" cy="80640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784" name="Rectangle 34"/>
                  <p:cNvSpPr/>
                  <p:nvPr/>
                </p:nvSpPr>
                <p:spPr>
                  <a:xfrm>
                    <a:off x="871920" y="705960"/>
                    <a:ext cx="95040" cy="80640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785" name="Rectangle 35"/>
                  <p:cNvSpPr/>
                  <p:nvPr/>
                </p:nvSpPr>
                <p:spPr>
                  <a:xfrm>
                    <a:off x="1073520" y="705960"/>
                    <a:ext cx="95040" cy="80640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</p:grpSp>
            <p:grpSp>
              <p:nvGrpSpPr>
                <p:cNvPr id="786" name="Group 43"/>
                <p:cNvGrpSpPr/>
                <p:nvPr/>
              </p:nvGrpSpPr>
              <p:grpSpPr>
                <a:xfrm>
                  <a:off x="70200" y="869040"/>
                  <a:ext cx="1098360" cy="80640"/>
                  <a:chOff x="70200" y="869040"/>
                  <a:chExt cx="1098360" cy="80640"/>
                </a:xfrm>
              </p:grpSpPr>
              <p:sp>
                <p:nvSpPr>
                  <p:cNvPr id="787" name="Rectangle 37"/>
                  <p:cNvSpPr/>
                  <p:nvPr/>
                </p:nvSpPr>
                <p:spPr>
                  <a:xfrm>
                    <a:off x="70200" y="869040"/>
                    <a:ext cx="95040" cy="80640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788" name="Rectangle 38"/>
                  <p:cNvSpPr/>
                  <p:nvPr/>
                </p:nvSpPr>
                <p:spPr>
                  <a:xfrm>
                    <a:off x="270360" y="869040"/>
                    <a:ext cx="93240" cy="80640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789" name="Rectangle 39"/>
                  <p:cNvSpPr/>
                  <p:nvPr/>
                </p:nvSpPr>
                <p:spPr>
                  <a:xfrm>
                    <a:off x="471960" y="869040"/>
                    <a:ext cx="93240" cy="80640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790" name="Rectangle 40"/>
                  <p:cNvSpPr/>
                  <p:nvPr/>
                </p:nvSpPr>
                <p:spPr>
                  <a:xfrm>
                    <a:off x="672120" y="869040"/>
                    <a:ext cx="95040" cy="80640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791" name="Rectangle 41"/>
                  <p:cNvSpPr/>
                  <p:nvPr/>
                </p:nvSpPr>
                <p:spPr>
                  <a:xfrm>
                    <a:off x="871920" y="869040"/>
                    <a:ext cx="95040" cy="80640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792" name="Rectangle 42"/>
                  <p:cNvSpPr/>
                  <p:nvPr/>
                </p:nvSpPr>
                <p:spPr>
                  <a:xfrm>
                    <a:off x="1073520" y="869040"/>
                    <a:ext cx="95040" cy="80640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</p:grpSp>
            <p:grpSp>
              <p:nvGrpSpPr>
                <p:cNvPr id="793" name="Group 50"/>
                <p:cNvGrpSpPr/>
                <p:nvPr/>
              </p:nvGrpSpPr>
              <p:grpSpPr>
                <a:xfrm>
                  <a:off x="70200" y="1031040"/>
                  <a:ext cx="1098360" cy="80640"/>
                  <a:chOff x="70200" y="1031040"/>
                  <a:chExt cx="1098360" cy="80640"/>
                </a:xfrm>
              </p:grpSpPr>
              <p:sp>
                <p:nvSpPr>
                  <p:cNvPr id="794" name="Rectangle 44"/>
                  <p:cNvSpPr/>
                  <p:nvPr/>
                </p:nvSpPr>
                <p:spPr>
                  <a:xfrm>
                    <a:off x="70200" y="1031040"/>
                    <a:ext cx="95040" cy="80640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795" name="Rectangle 45"/>
                  <p:cNvSpPr/>
                  <p:nvPr/>
                </p:nvSpPr>
                <p:spPr>
                  <a:xfrm>
                    <a:off x="270360" y="1031040"/>
                    <a:ext cx="93240" cy="80640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796" name="Rectangle 46"/>
                  <p:cNvSpPr/>
                  <p:nvPr/>
                </p:nvSpPr>
                <p:spPr>
                  <a:xfrm>
                    <a:off x="471960" y="1031040"/>
                    <a:ext cx="93240" cy="80640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797" name="Rectangle 47"/>
                  <p:cNvSpPr/>
                  <p:nvPr/>
                </p:nvSpPr>
                <p:spPr>
                  <a:xfrm>
                    <a:off x="672120" y="1031040"/>
                    <a:ext cx="95040" cy="80640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798" name="Rectangle 48"/>
                  <p:cNvSpPr/>
                  <p:nvPr/>
                </p:nvSpPr>
                <p:spPr>
                  <a:xfrm>
                    <a:off x="871920" y="1031040"/>
                    <a:ext cx="95040" cy="80640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799" name="Rectangle 49"/>
                  <p:cNvSpPr/>
                  <p:nvPr/>
                </p:nvSpPr>
                <p:spPr>
                  <a:xfrm>
                    <a:off x="1073520" y="1031040"/>
                    <a:ext cx="95040" cy="80640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</p:grpSp>
            <p:grpSp>
              <p:nvGrpSpPr>
                <p:cNvPr id="800" name="Group 57"/>
                <p:cNvGrpSpPr/>
                <p:nvPr/>
              </p:nvGrpSpPr>
              <p:grpSpPr>
                <a:xfrm>
                  <a:off x="70200" y="1194120"/>
                  <a:ext cx="1098360" cy="80640"/>
                  <a:chOff x="70200" y="1194120"/>
                  <a:chExt cx="1098360" cy="80640"/>
                </a:xfrm>
              </p:grpSpPr>
              <p:sp>
                <p:nvSpPr>
                  <p:cNvPr id="801" name="Rectangle 51"/>
                  <p:cNvSpPr/>
                  <p:nvPr/>
                </p:nvSpPr>
                <p:spPr>
                  <a:xfrm>
                    <a:off x="70200" y="1194120"/>
                    <a:ext cx="95040" cy="80640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802" name="Rectangle 52"/>
                  <p:cNvSpPr/>
                  <p:nvPr/>
                </p:nvSpPr>
                <p:spPr>
                  <a:xfrm>
                    <a:off x="270360" y="1194120"/>
                    <a:ext cx="93240" cy="80640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803" name="Rectangle 53"/>
                  <p:cNvSpPr/>
                  <p:nvPr/>
                </p:nvSpPr>
                <p:spPr>
                  <a:xfrm>
                    <a:off x="471960" y="1194120"/>
                    <a:ext cx="93240" cy="80640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804" name="Rectangle 54"/>
                  <p:cNvSpPr/>
                  <p:nvPr/>
                </p:nvSpPr>
                <p:spPr>
                  <a:xfrm>
                    <a:off x="672120" y="1194120"/>
                    <a:ext cx="95040" cy="80640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805" name="Rectangle 55"/>
                  <p:cNvSpPr/>
                  <p:nvPr/>
                </p:nvSpPr>
                <p:spPr>
                  <a:xfrm>
                    <a:off x="871920" y="1194120"/>
                    <a:ext cx="95040" cy="80640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806" name="Rectangle 56"/>
                  <p:cNvSpPr/>
                  <p:nvPr/>
                </p:nvSpPr>
                <p:spPr>
                  <a:xfrm>
                    <a:off x="1073520" y="1194120"/>
                    <a:ext cx="95040" cy="80640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</p:grpSp>
          </p:grpSp>
          <p:grpSp>
            <p:nvGrpSpPr>
              <p:cNvPr id="807" name="Group 115"/>
              <p:cNvGrpSpPr/>
              <p:nvPr/>
            </p:nvGrpSpPr>
            <p:grpSpPr>
              <a:xfrm>
                <a:off x="7928280" y="3824280"/>
                <a:ext cx="1096560" cy="1215360"/>
                <a:chOff x="7928280" y="3824280"/>
                <a:chExt cx="1096560" cy="1215360"/>
              </a:xfrm>
            </p:grpSpPr>
            <p:grpSp>
              <p:nvGrpSpPr>
                <p:cNvPr id="808" name="Group 65"/>
                <p:cNvGrpSpPr/>
                <p:nvPr/>
              </p:nvGrpSpPr>
              <p:grpSpPr>
                <a:xfrm>
                  <a:off x="7928280" y="3824280"/>
                  <a:ext cx="1096560" cy="80640"/>
                  <a:chOff x="7928280" y="3824280"/>
                  <a:chExt cx="1096560" cy="80640"/>
                </a:xfrm>
              </p:grpSpPr>
              <p:sp>
                <p:nvSpPr>
                  <p:cNvPr id="809" name="Rectangle 59"/>
                  <p:cNvSpPr/>
                  <p:nvPr/>
                </p:nvSpPr>
                <p:spPr>
                  <a:xfrm>
                    <a:off x="7928280" y="3824280"/>
                    <a:ext cx="93240" cy="80640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810" name="Rectangle 60"/>
                  <p:cNvSpPr/>
                  <p:nvPr/>
                </p:nvSpPr>
                <p:spPr>
                  <a:xfrm>
                    <a:off x="8121960" y="3824280"/>
                    <a:ext cx="99720" cy="80640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811" name="Rectangle 61"/>
                  <p:cNvSpPr/>
                  <p:nvPr/>
                </p:nvSpPr>
                <p:spPr>
                  <a:xfrm>
                    <a:off x="8328240" y="3824280"/>
                    <a:ext cx="95040" cy="80640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812" name="Rectangle 62"/>
                  <p:cNvSpPr/>
                  <p:nvPr/>
                </p:nvSpPr>
                <p:spPr>
                  <a:xfrm>
                    <a:off x="8528400" y="3824280"/>
                    <a:ext cx="95040" cy="80640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813" name="Rectangle 63"/>
                  <p:cNvSpPr/>
                  <p:nvPr/>
                </p:nvSpPr>
                <p:spPr>
                  <a:xfrm>
                    <a:off x="8730000" y="3824280"/>
                    <a:ext cx="93240" cy="80640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814" name="Rectangle 64"/>
                  <p:cNvSpPr/>
                  <p:nvPr/>
                </p:nvSpPr>
                <p:spPr>
                  <a:xfrm>
                    <a:off x="8931600" y="3824280"/>
                    <a:ext cx="93240" cy="80640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</p:grpSp>
            <p:grpSp>
              <p:nvGrpSpPr>
                <p:cNvPr id="815" name="Group 72"/>
                <p:cNvGrpSpPr/>
                <p:nvPr/>
              </p:nvGrpSpPr>
              <p:grpSpPr>
                <a:xfrm>
                  <a:off x="7928280" y="3983760"/>
                  <a:ext cx="1096560" cy="80640"/>
                  <a:chOff x="7928280" y="3983760"/>
                  <a:chExt cx="1096560" cy="80640"/>
                </a:xfrm>
              </p:grpSpPr>
              <p:sp>
                <p:nvSpPr>
                  <p:cNvPr id="816" name="Rectangle 66"/>
                  <p:cNvSpPr/>
                  <p:nvPr/>
                </p:nvSpPr>
                <p:spPr>
                  <a:xfrm>
                    <a:off x="7928280" y="3983760"/>
                    <a:ext cx="93240" cy="80640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817" name="Rectangle 67"/>
                  <p:cNvSpPr/>
                  <p:nvPr/>
                </p:nvSpPr>
                <p:spPr>
                  <a:xfrm>
                    <a:off x="8121960" y="3983760"/>
                    <a:ext cx="99720" cy="80640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818" name="Rectangle 68"/>
                  <p:cNvSpPr/>
                  <p:nvPr/>
                </p:nvSpPr>
                <p:spPr>
                  <a:xfrm>
                    <a:off x="8328240" y="3983760"/>
                    <a:ext cx="95040" cy="80640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819" name="Rectangle 69"/>
                  <p:cNvSpPr/>
                  <p:nvPr/>
                </p:nvSpPr>
                <p:spPr>
                  <a:xfrm>
                    <a:off x="8528400" y="3983760"/>
                    <a:ext cx="95040" cy="80640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820" name="Rectangle 70"/>
                  <p:cNvSpPr/>
                  <p:nvPr/>
                </p:nvSpPr>
                <p:spPr>
                  <a:xfrm>
                    <a:off x="8730000" y="3983760"/>
                    <a:ext cx="93240" cy="80640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821" name="Rectangle 71"/>
                  <p:cNvSpPr/>
                  <p:nvPr/>
                </p:nvSpPr>
                <p:spPr>
                  <a:xfrm>
                    <a:off x="8931600" y="3983760"/>
                    <a:ext cx="93240" cy="80640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</p:grpSp>
            <p:grpSp>
              <p:nvGrpSpPr>
                <p:cNvPr id="822" name="Group 79"/>
                <p:cNvGrpSpPr/>
                <p:nvPr/>
              </p:nvGrpSpPr>
              <p:grpSpPr>
                <a:xfrm>
                  <a:off x="7928280" y="4146840"/>
                  <a:ext cx="1096560" cy="80640"/>
                  <a:chOff x="7928280" y="4146840"/>
                  <a:chExt cx="1096560" cy="80640"/>
                </a:xfrm>
              </p:grpSpPr>
              <p:sp>
                <p:nvSpPr>
                  <p:cNvPr id="823" name="Rectangle 73"/>
                  <p:cNvSpPr/>
                  <p:nvPr/>
                </p:nvSpPr>
                <p:spPr>
                  <a:xfrm>
                    <a:off x="7928280" y="4146840"/>
                    <a:ext cx="93240" cy="80640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824" name="Rectangle 74"/>
                  <p:cNvSpPr/>
                  <p:nvPr/>
                </p:nvSpPr>
                <p:spPr>
                  <a:xfrm>
                    <a:off x="8121960" y="4146840"/>
                    <a:ext cx="99720" cy="80640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825" name="Rectangle 75"/>
                  <p:cNvSpPr/>
                  <p:nvPr/>
                </p:nvSpPr>
                <p:spPr>
                  <a:xfrm>
                    <a:off x="8328240" y="4146840"/>
                    <a:ext cx="95040" cy="80640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826" name="Rectangle 76"/>
                  <p:cNvSpPr/>
                  <p:nvPr/>
                </p:nvSpPr>
                <p:spPr>
                  <a:xfrm>
                    <a:off x="8528400" y="4146840"/>
                    <a:ext cx="95040" cy="80640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827" name="Rectangle 77"/>
                  <p:cNvSpPr/>
                  <p:nvPr/>
                </p:nvSpPr>
                <p:spPr>
                  <a:xfrm>
                    <a:off x="8730000" y="4146840"/>
                    <a:ext cx="93240" cy="80640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828" name="Rectangle 78"/>
                  <p:cNvSpPr/>
                  <p:nvPr/>
                </p:nvSpPr>
                <p:spPr>
                  <a:xfrm>
                    <a:off x="8931600" y="4146840"/>
                    <a:ext cx="93240" cy="80640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</p:grpSp>
            <p:grpSp>
              <p:nvGrpSpPr>
                <p:cNvPr id="829" name="Group 86"/>
                <p:cNvGrpSpPr/>
                <p:nvPr/>
              </p:nvGrpSpPr>
              <p:grpSpPr>
                <a:xfrm>
                  <a:off x="7928280" y="4309920"/>
                  <a:ext cx="1096560" cy="80640"/>
                  <a:chOff x="7928280" y="4309920"/>
                  <a:chExt cx="1096560" cy="80640"/>
                </a:xfrm>
              </p:grpSpPr>
              <p:sp>
                <p:nvSpPr>
                  <p:cNvPr id="830" name="Rectangle 80"/>
                  <p:cNvSpPr/>
                  <p:nvPr/>
                </p:nvSpPr>
                <p:spPr>
                  <a:xfrm>
                    <a:off x="7928280" y="4309920"/>
                    <a:ext cx="93240" cy="80640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831" name="Rectangle 81"/>
                  <p:cNvSpPr/>
                  <p:nvPr/>
                </p:nvSpPr>
                <p:spPr>
                  <a:xfrm>
                    <a:off x="8121960" y="4309920"/>
                    <a:ext cx="99720" cy="80640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832" name="Rectangle 82"/>
                  <p:cNvSpPr/>
                  <p:nvPr/>
                </p:nvSpPr>
                <p:spPr>
                  <a:xfrm>
                    <a:off x="8328240" y="4309920"/>
                    <a:ext cx="95040" cy="80640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833" name="Rectangle 83"/>
                  <p:cNvSpPr/>
                  <p:nvPr/>
                </p:nvSpPr>
                <p:spPr>
                  <a:xfrm>
                    <a:off x="8528400" y="4309920"/>
                    <a:ext cx="95040" cy="80640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834" name="Rectangle 84"/>
                  <p:cNvSpPr/>
                  <p:nvPr/>
                </p:nvSpPr>
                <p:spPr>
                  <a:xfrm>
                    <a:off x="8730000" y="4309920"/>
                    <a:ext cx="93240" cy="80640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835" name="Rectangle 85"/>
                  <p:cNvSpPr/>
                  <p:nvPr/>
                </p:nvSpPr>
                <p:spPr>
                  <a:xfrm>
                    <a:off x="8931600" y="4309920"/>
                    <a:ext cx="93240" cy="80640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</p:grpSp>
            <p:grpSp>
              <p:nvGrpSpPr>
                <p:cNvPr id="836" name="Group 93"/>
                <p:cNvGrpSpPr/>
                <p:nvPr/>
              </p:nvGrpSpPr>
              <p:grpSpPr>
                <a:xfrm>
                  <a:off x="7928280" y="4470840"/>
                  <a:ext cx="1096560" cy="80640"/>
                  <a:chOff x="7928280" y="4470840"/>
                  <a:chExt cx="1096560" cy="80640"/>
                </a:xfrm>
              </p:grpSpPr>
              <p:sp>
                <p:nvSpPr>
                  <p:cNvPr id="837" name="Rectangle 87"/>
                  <p:cNvSpPr/>
                  <p:nvPr/>
                </p:nvSpPr>
                <p:spPr>
                  <a:xfrm>
                    <a:off x="7928280" y="4470840"/>
                    <a:ext cx="93240" cy="80640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838" name="Rectangle 88"/>
                  <p:cNvSpPr/>
                  <p:nvPr/>
                </p:nvSpPr>
                <p:spPr>
                  <a:xfrm>
                    <a:off x="8121960" y="4470840"/>
                    <a:ext cx="99720" cy="80640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839" name="Rectangle 89"/>
                  <p:cNvSpPr/>
                  <p:nvPr/>
                </p:nvSpPr>
                <p:spPr>
                  <a:xfrm>
                    <a:off x="8328240" y="4470840"/>
                    <a:ext cx="95040" cy="80640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840" name="Rectangle 90"/>
                  <p:cNvSpPr/>
                  <p:nvPr/>
                </p:nvSpPr>
                <p:spPr>
                  <a:xfrm>
                    <a:off x="8528400" y="4470840"/>
                    <a:ext cx="95040" cy="80640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841" name="Rectangle 91"/>
                  <p:cNvSpPr/>
                  <p:nvPr/>
                </p:nvSpPr>
                <p:spPr>
                  <a:xfrm>
                    <a:off x="8730000" y="4470840"/>
                    <a:ext cx="93240" cy="80640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842" name="Rectangle 92"/>
                  <p:cNvSpPr/>
                  <p:nvPr/>
                </p:nvSpPr>
                <p:spPr>
                  <a:xfrm>
                    <a:off x="8931600" y="4470840"/>
                    <a:ext cx="93240" cy="80640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</p:grpSp>
            <p:grpSp>
              <p:nvGrpSpPr>
                <p:cNvPr id="843" name="Group 100"/>
                <p:cNvGrpSpPr/>
                <p:nvPr/>
              </p:nvGrpSpPr>
              <p:grpSpPr>
                <a:xfrm>
                  <a:off x="7928280" y="4633920"/>
                  <a:ext cx="1096560" cy="80640"/>
                  <a:chOff x="7928280" y="4633920"/>
                  <a:chExt cx="1096560" cy="80640"/>
                </a:xfrm>
              </p:grpSpPr>
              <p:sp>
                <p:nvSpPr>
                  <p:cNvPr id="844" name="Rectangle 94"/>
                  <p:cNvSpPr/>
                  <p:nvPr/>
                </p:nvSpPr>
                <p:spPr>
                  <a:xfrm>
                    <a:off x="7928280" y="4633920"/>
                    <a:ext cx="93240" cy="80640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845" name="Rectangle 95"/>
                  <p:cNvSpPr/>
                  <p:nvPr/>
                </p:nvSpPr>
                <p:spPr>
                  <a:xfrm>
                    <a:off x="8121960" y="4633920"/>
                    <a:ext cx="99720" cy="80640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846" name="Rectangle 96"/>
                  <p:cNvSpPr/>
                  <p:nvPr/>
                </p:nvSpPr>
                <p:spPr>
                  <a:xfrm>
                    <a:off x="8328240" y="4633920"/>
                    <a:ext cx="95040" cy="80640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847" name="Rectangle 97"/>
                  <p:cNvSpPr/>
                  <p:nvPr/>
                </p:nvSpPr>
                <p:spPr>
                  <a:xfrm>
                    <a:off x="8528400" y="4633920"/>
                    <a:ext cx="95040" cy="80640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848" name="Rectangle 98"/>
                  <p:cNvSpPr/>
                  <p:nvPr/>
                </p:nvSpPr>
                <p:spPr>
                  <a:xfrm>
                    <a:off x="8730000" y="4633920"/>
                    <a:ext cx="93240" cy="80640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849" name="Rectangle 99"/>
                  <p:cNvSpPr/>
                  <p:nvPr/>
                </p:nvSpPr>
                <p:spPr>
                  <a:xfrm>
                    <a:off x="8931600" y="4633920"/>
                    <a:ext cx="93240" cy="80640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</p:grpSp>
            <p:grpSp>
              <p:nvGrpSpPr>
                <p:cNvPr id="850" name="Group 107"/>
                <p:cNvGrpSpPr/>
                <p:nvPr/>
              </p:nvGrpSpPr>
              <p:grpSpPr>
                <a:xfrm>
                  <a:off x="7928280" y="4795920"/>
                  <a:ext cx="1096560" cy="80640"/>
                  <a:chOff x="7928280" y="4795920"/>
                  <a:chExt cx="1096560" cy="80640"/>
                </a:xfrm>
              </p:grpSpPr>
              <p:sp>
                <p:nvSpPr>
                  <p:cNvPr id="851" name="Rectangle 101"/>
                  <p:cNvSpPr/>
                  <p:nvPr/>
                </p:nvSpPr>
                <p:spPr>
                  <a:xfrm>
                    <a:off x="7928280" y="4795920"/>
                    <a:ext cx="93240" cy="80640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852" name="Rectangle 102"/>
                  <p:cNvSpPr/>
                  <p:nvPr/>
                </p:nvSpPr>
                <p:spPr>
                  <a:xfrm>
                    <a:off x="8121960" y="4795920"/>
                    <a:ext cx="99720" cy="80640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853" name="Rectangle 103"/>
                  <p:cNvSpPr/>
                  <p:nvPr/>
                </p:nvSpPr>
                <p:spPr>
                  <a:xfrm>
                    <a:off x="8328240" y="4795920"/>
                    <a:ext cx="95040" cy="80640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854" name="Rectangle 104"/>
                  <p:cNvSpPr/>
                  <p:nvPr/>
                </p:nvSpPr>
                <p:spPr>
                  <a:xfrm>
                    <a:off x="8528400" y="4795920"/>
                    <a:ext cx="95040" cy="80640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855" name="Rectangle 105"/>
                  <p:cNvSpPr/>
                  <p:nvPr/>
                </p:nvSpPr>
                <p:spPr>
                  <a:xfrm>
                    <a:off x="8730000" y="4795920"/>
                    <a:ext cx="93240" cy="80640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856" name="Rectangle 106"/>
                  <p:cNvSpPr/>
                  <p:nvPr/>
                </p:nvSpPr>
                <p:spPr>
                  <a:xfrm>
                    <a:off x="8931600" y="4795920"/>
                    <a:ext cx="93240" cy="80640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</p:grpSp>
            <p:grpSp>
              <p:nvGrpSpPr>
                <p:cNvPr id="857" name="Group 114"/>
                <p:cNvGrpSpPr/>
                <p:nvPr/>
              </p:nvGrpSpPr>
              <p:grpSpPr>
                <a:xfrm>
                  <a:off x="7928280" y="4959000"/>
                  <a:ext cx="1096560" cy="80640"/>
                  <a:chOff x="7928280" y="4959000"/>
                  <a:chExt cx="1096560" cy="80640"/>
                </a:xfrm>
              </p:grpSpPr>
              <p:sp>
                <p:nvSpPr>
                  <p:cNvPr id="858" name="Rectangle 108"/>
                  <p:cNvSpPr/>
                  <p:nvPr/>
                </p:nvSpPr>
                <p:spPr>
                  <a:xfrm>
                    <a:off x="7928280" y="4959000"/>
                    <a:ext cx="93240" cy="80640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859" name="Rectangle 109"/>
                  <p:cNvSpPr/>
                  <p:nvPr/>
                </p:nvSpPr>
                <p:spPr>
                  <a:xfrm>
                    <a:off x="8121960" y="4959000"/>
                    <a:ext cx="99720" cy="80640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860" name="Rectangle 110"/>
                  <p:cNvSpPr/>
                  <p:nvPr/>
                </p:nvSpPr>
                <p:spPr>
                  <a:xfrm>
                    <a:off x="8328240" y="4959000"/>
                    <a:ext cx="95040" cy="80640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861" name="Rectangle 111"/>
                  <p:cNvSpPr/>
                  <p:nvPr/>
                </p:nvSpPr>
                <p:spPr>
                  <a:xfrm>
                    <a:off x="8528400" y="4959000"/>
                    <a:ext cx="95040" cy="80640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862" name="Rectangle 112"/>
                  <p:cNvSpPr/>
                  <p:nvPr/>
                </p:nvSpPr>
                <p:spPr>
                  <a:xfrm>
                    <a:off x="8730000" y="4959000"/>
                    <a:ext cx="93240" cy="80640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863" name="Rectangle 113"/>
                  <p:cNvSpPr/>
                  <p:nvPr/>
                </p:nvSpPr>
                <p:spPr>
                  <a:xfrm>
                    <a:off x="8931600" y="4959000"/>
                    <a:ext cx="93240" cy="80640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</p:grpSp>
          </p:grpSp>
        </p:grpSp>
        <p:sp>
          <p:nvSpPr>
            <p:cNvPr id="864" name="Rectangle 117"/>
            <p:cNvSpPr/>
            <p:nvPr/>
          </p:nvSpPr>
          <p:spPr>
            <a:xfrm>
              <a:off x="464040" y="361800"/>
              <a:ext cx="8216280" cy="441936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/>
            </a:ln>
            <a:effectLst>
              <a:outerShdw blurRad="63360" dir="2700000" dist="71785" rotWithShape="0">
                <a:srgbClr val="232323">
                  <a:alpha val="7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numCol="1" spcCol="0" lIns="45720" rIns="45720" anchor="ctr">
              <a:noAutofit/>
            </a:bodyPr>
            <a:p>
              <a:pPr defTabSz="685800">
                <a:lnSpc>
                  <a:spcPct val="100000"/>
                </a:lnSpc>
                <a:tabLst>
                  <a:tab algn="l" pos="0"/>
                </a:tabLst>
              </a:pPr>
              <a:endPara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</p:grpSp>
      <p:pic>
        <p:nvPicPr>
          <p:cNvPr id="865" name="Picture 121" descr="Picture 121"/>
          <p:cNvPicPr/>
          <p:nvPr/>
        </p:nvPicPr>
        <p:blipFill>
          <a:blip r:embed="rId2"/>
          <a:stretch/>
        </p:blipFill>
        <p:spPr>
          <a:xfrm>
            <a:off x="622800" y="4245840"/>
            <a:ext cx="977040" cy="440280"/>
          </a:xfrm>
          <a:prstGeom prst="rect">
            <a:avLst/>
          </a:prstGeom>
          <a:noFill/>
          <a:ln w="12700">
            <a:noFill/>
          </a:ln>
        </p:spPr>
      </p:pic>
      <p:sp>
        <p:nvSpPr>
          <p:cNvPr id="866" name="PlaceHolder 1"/>
          <p:cNvSpPr>
            <a:spLocks noGrp="1"/>
          </p:cNvSpPr>
          <p:nvPr>
            <p:ph type="title"/>
          </p:nvPr>
        </p:nvSpPr>
        <p:spPr>
          <a:xfrm>
            <a:off x="990720" y="457200"/>
            <a:ext cx="7162560" cy="856800"/>
          </a:xfrm>
          <a:prstGeom prst="rect">
            <a:avLst/>
          </a:prstGeom>
          <a:noFill/>
          <a:ln w="12600">
            <a:noFill/>
          </a:ln>
        </p:spPr>
        <p:txBody>
          <a:bodyPr lIns="44280" rIns="44280" tIns="44280" bIns="44280" anchor="ctr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lang="en-US" sz="27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Title Text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867" name="PlaceHolder 2"/>
          <p:cNvSpPr>
            <a:spLocks noGrp="1"/>
          </p:cNvSpPr>
          <p:nvPr>
            <p:ph type="body"/>
          </p:nvPr>
        </p:nvSpPr>
        <p:spPr>
          <a:xfrm>
            <a:off x="990720" y="1486080"/>
            <a:ext cx="7162560" cy="3085920"/>
          </a:xfrm>
          <a:prstGeom prst="rect">
            <a:avLst/>
          </a:prstGeom>
          <a:noFill/>
          <a:ln w="12600">
            <a:noFill/>
          </a:ln>
        </p:spPr>
        <p:txBody>
          <a:bodyPr lIns="44280" rIns="44280" tIns="44280" bIns="44280" anchor="t">
            <a:noAutofit/>
          </a:bodyPr>
          <a:p>
            <a:pPr marL="214200" indent="-214200" defTabSz="914400">
              <a:lnSpc>
                <a:spcPct val="90000"/>
              </a:lnSpc>
              <a:spcBef>
                <a:spcPts val="601"/>
              </a:spcBef>
              <a:buNone/>
              <a:tabLst>
                <a:tab algn="l" pos="0"/>
              </a:tabLst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Body Level One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214200" indent="128520" defTabSz="914400">
              <a:lnSpc>
                <a:spcPct val="90000"/>
              </a:lnSpc>
              <a:spcBef>
                <a:spcPts val="601"/>
              </a:spcBef>
              <a:buNone/>
              <a:tabLst>
                <a:tab algn="l" pos="0"/>
              </a:tabLst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Body Level Two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214200" indent="471600" defTabSz="914400">
              <a:lnSpc>
                <a:spcPct val="90000"/>
              </a:lnSpc>
              <a:spcBef>
                <a:spcPts val="601"/>
              </a:spcBef>
              <a:buNone/>
              <a:tabLst>
                <a:tab algn="l" pos="0"/>
              </a:tabLst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Body Level Three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214200" indent="814320" defTabSz="914400">
              <a:lnSpc>
                <a:spcPct val="90000"/>
              </a:lnSpc>
              <a:spcBef>
                <a:spcPts val="601"/>
              </a:spcBef>
              <a:buNone/>
              <a:tabLst>
                <a:tab algn="l" pos="0"/>
              </a:tabLst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Body Level Four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214200" indent="1157400" defTabSz="914400">
              <a:lnSpc>
                <a:spcPct val="90000"/>
              </a:lnSpc>
              <a:spcBef>
                <a:spcPts val="601"/>
              </a:spcBef>
              <a:buNone/>
              <a:tabLst>
                <a:tab algn="l" pos="0"/>
              </a:tabLst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Body Level Five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868" name="PlaceHolder 3"/>
          <p:cNvSpPr>
            <a:spLocks noGrp="1"/>
          </p:cNvSpPr>
          <p:nvPr>
            <p:ph type="sldNum" idx="10"/>
          </p:nvPr>
        </p:nvSpPr>
        <p:spPr>
          <a:xfrm>
            <a:off x="4419720" y="4627440"/>
            <a:ext cx="2133360" cy="279000"/>
          </a:xfrm>
          <a:prstGeom prst="rect">
            <a:avLst/>
          </a:prstGeom>
          <a:noFill/>
          <a:ln w="12600">
            <a:noFill/>
          </a:ln>
        </p:spPr>
        <p:txBody>
          <a:bodyPr lIns="45720" rIns="45720" tIns="45000" bIns="4500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4445CD07-D159-4AD0-ACBD-FC4D14DD6EE2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9" name="IETF Hackathon - &lt;Project name&gt;" hidden="1"/>
          <p:cNvSpPr/>
          <p:nvPr/>
        </p:nvSpPr>
        <p:spPr>
          <a:xfrm>
            <a:off x="3045600" y="4731480"/>
            <a:ext cx="2763360" cy="29412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45720" rIns="45720" tIns="45000" bIns="45000" anchor="t">
            <a:sp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lang="en-US" sz="1400" b="0" u="none" strike="noStrike">
                <a:solidFill>
                  <a:srgbClr val="535353"/>
                </a:solidFill>
                <a:effectLst/>
                <a:uFillTx/>
                <a:latin typeface="Calibri"/>
                <a:ea typeface="Calibri"/>
              </a:rPr>
              <a:t>IETF Hackathon - &lt;Project name&gt;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870" name="Group 118"/>
          <p:cNvGrpSpPr/>
          <p:nvPr/>
        </p:nvGrpSpPr>
        <p:grpSpPr>
          <a:xfrm>
            <a:off x="70200" y="59400"/>
            <a:ext cx="8954640" cy="4980240"/>
            <a:chOff x="70200" y="59400"/>
            <a:chExt cx="8954640" cy="4980240"/>
          </a:xfrm>
        </p:grpSpPr>
        <p:grpSp>
          <p:nvGrpSpPr>
            <p:cNvPr id="871" name="Group 116"/>
            <p:cNvGrpSpPr/>
            <p:nvPr/>
          </p:nvGrpSpPr>
          <p:grpSpPr>
            <a:xfrm>
              <a:off x="70200" y="59400"/>
              <a:ext cx="8954640" cy="4980240"/>
              <a:chOff x="70200" y="59400"/>
              <a:chExt cx="8954640" cy="4980240"/>
            </a:xfrm>
          </p:grpSpPr>
          <p:grpSp>
            <p:nvGrpSpPr>
              <p:cNvPr id="872" name="Group 58"/>
              <p:cNvGrpSpPr/>
              <p:nvPr/>
            </p:nvGrpSpPr>
            <p:grpSpPr>
              <a:xfrm>
                <a:off x="70200" y="59400"/>
                <a:ext cx="1098360" cy="1215360"/>
                <a:chOff x="70200" y="59400"/>
                <a:chExt cx="1098360" cy="1215360"/>
              </a:xfrm>
            </p:grpSpPr>
            <p:grpSp>
              <p:nvGrpSpPr>
                <p:cNvPr id="873" name="Group 8"/>
                <p:cNvGrpSpPr/>
                <p:nvPr/>
              </p:nvGrpSpPr>
              <p:grpSpPr>
                <a:xfrm>
                  <a:off x="70200" y="59400"/>
                  <a:ext cx="1098360" cy="80640"/>
                  <a:chOff x="70200" y="59400"/>
                  <a:chExt cx="1098360" cy="80640"/>
                </a:xfrm>
              </p:grpSpPr>
              <p:sp>
                <p:nvSpPr>
                  <p:cNvPr id="874" name="Rectangle 2"/>
                  <p:cNvSpPr/>
                  <p:nvPr/>
                </p:nvSpPr>
                <p:spPr>
                  <a:xfrm>
                    <a:off x="70200" y="59400"/>
                    <a:ext cx="95040" cy="80640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875" name="Rectangle 3"/>
                  <p:cNvSpPr/>
                  <p:nvPr/>
                </p:nvSpPr>
                <p:spPr>
                  <a:xfrm>
                    <a:off x="270360" y="59400"/>
                    <a:ext cx="93240" cy="80640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876" name="Rectangle 4"/>
                  <p:cNvSpPr/>
                  <p:nvPr/>
                </p:nvSpPr>
                <p:spPr>
                  <a:xfrm>
                    <a:off x="471960" y="59400"/>
                    <a:ext cx="93240" cy="80640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877" name="Rectangle 5"/>
                  <p:cNvSpPr/>
                  <p:nvPr/>
                </p:nvSpPr>
                <p:spPr>
                  <a:xfrm>
                    <a:off x="672120" y="59400"/>
                    <a:ext cx="95040" cy="80640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878" name="Rectangle 6"/>
                  <p:cNvSpPr/>
                  <p:nvPr/>
                </p:nvSpPr>
                <p:spPr>
                  <a:xfrm>
                    <a:off x="871920" y="59400"/>
                    <a:ext cx="95040" cy="80640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879" name="Rectangle 7"/>
                  <p:cNvSpPr/>
                  <p:nvPr/>
                </p:nvSpPr>
                <p:spPr>
                  <a:xfrm>
                    <a:off x="1073520" y="59400"/>
                    <a:ext cx="95040" cy="80640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</p:grpSp>
            <p:grpSp>
              <p:nvGrpSpPr>
                <p:cNvPr id="880" name="Group 15"/>
                <p:cNvGrpSpPr/>
                <p:nvPr/>
              </p:nvGrpSpPr>
              <p:grpSpPr>
                <a:xfrm>
                  <a:off x="70200" y="219240"/>
                  <a:ext cx="1098360" cy="80640"/>
                  <a:chOff x="70200" y="219240"/>
                  <a:chExt cx="1098360" cy="80640"/>
                </a:xfrm>
              </p:grpSpPr>
              <p:sp>
                <p:nvSpPr>
                  <p:cNvPr id="881" name="Rectangle 9"/>
                  <p:cNvSpPr/>
                  <p:nvPr/>
                </p:nvSpPr>
                <p:spPr>
                  <a:xfrm>
                    <a:off x="70200" y="219240"/>
                    <a:ext cx="95040" cy="80640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882" name="Rectangle 10"/>
                  <p:cNvSpPr/>
                  <p:nvPr/>
                </p:nvSpPr>
                <p:spPr>
                  <a:xfrm>
                    <a:off x="270360" y="219240"/>
                    <a:ext cx="93240" cy="80640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883" name="Rectangle 11"/>
                  <p:cNvSpPr/>
                  <p:nvPr/>
                </p:nvSpPr>
                <p:spPr>
                  <a:xfrm>
                    <a:off x="471960" y="219240"/>
                    <a:ext cx="93240" cy="80640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884" name="Rectangle 12"/>
                  <p:cNvSpPr/>
                  <p:nvPr/>
                </p:nvSpPr>
                <p:spPr>
                  <a:xfrm>
                    <a:off x="672120" y="219240"/>
                    <a:ext cx="95040" cy="80640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885" name="Rectangle 13"/>
                  <p:cNvSpPr/>
                  <p:nvPr/>
                </p:nvSpPr>
                <p:spPr>
                  <a:xfrm>
                    <a:off x="871920" y="219240"/>
                    <a:ext cx="95040" cy="80640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886" name="Rectangle 14"/>
                  <p:cNvSpPr/>
                  <p:nvPr/>
                </p:nvSpPr>
                <p:spPr>
                  <a:xfrm>
                    <a:off x="1073520" y="219240"/>
                    <a:ext cx="95040" cy="80640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</p:grpSp>
            <p:grpSp>
              <p:nvGrpSpPr>
                <p:cNvPr id="887" name="Group 22"/>
                <p:cNvGrpSpPr/>
                <p:nvPr/>
              </p:nvGrpSpPr>
              <p:grpSpPr>
                <a:xfrm>
                  <a:off x="70200" y="382320"/>
                  <a:ext cx="1098360" cy="80640"/>
                  <a:chOff x="70200" y="382320"/>
                  <a:chExt cx="1098360" cy="80640"/>
                </a:xfrm>
              </p:grpSpPr>
              <p:sp>
                <p:nvSpPr>
                  <p:cNvPr id="888" name="Rectangle 16"/>
                  <p:cNvSpPr/>
                  <p:nvPr/>
                </p:nvSpPr>
                <p:spPr>
                  <a:xfrm>
                    <a:off x="70200" y="382320"/>
                    <a:ext cx="95040" cy="80640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889" name="Rectangle 17"/>
                  <p:cNvSpPr/>
                  <p:nvPr/>
                </p:nvSpPr>
                <p:spPr>
                  <a:xfrm>
                    <a:off x="270360" y="382320"/>
                    <a:ext cx="93240" cy="80640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890" name="Rectangle 18"/>
                  <p:cNvSpPr/>
                  <p:nvPr/>
                </p:nvSpPr>
                <p:spPr>
                  <a:xfrm>
                    <a:off x="471960" y="382320"/>
                    <a:ext cx="93240" cy="80640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891" name="Rectangle 19"/>
                  <p:cNvSpPr/>
                  <p:nvPr/>
                </p:nvSpPr>
                <p:spPr>
                  <a:xfrm>
                    <a:off x="672120" y="382320"/>
                    <a:ext cx="95040" cy="80640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892" name="Rectangle 20"/>
                  <p:cNvSpPr/>
                  <p:nvPr/>
                </p:nvSpPr>
                <p:spPr>
                  <a:xfrm>
                    <a:off x="871920" y="382320"/>
                    <a:ext cx="95040" cy="80640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893" name="Rectangle 21"/>
                  <p:cNvSpPr/>
                  <p:nvPr/>
                </p:nvSpPr>
                <p:spPr>
                  <a:xfrm>
                    <a:off x="1073520" y="382320"/>
                    <a:ext cx="95040" cy="80640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</p:grpSp>
            <p:grpSp>
              <p:nvGrpSpPr>
                <p:cNvPr id="894" name="Group 29"/>
                <p:cNvGrpSpPr/>
                <p:nvPr/>
              </p:nvGrpSpPr>
              <p:grpSpPr>
                <a:xfrm>
                  <a:off x="70200" y="545400"/>
                  <a:ext cx="1098360" cy="80640"/>
                  <a:chOff x="70200" y="545400"/>
                  <a:chExt cx="1098360" cy="80640"/>
                </a:xfrm>
              </p:grpSpPr>
              <p:sp>
                <p:nvSpPr>
                  <p:cNvPr id="895" name="Rectangle 23"/>
                  <p:cNvSpPr/>
                  <p:nvPr/>
                </p:nvSpPr>
                <p:spPr>
                  <a:xfrm>
                    <a:off x="70200" y="545400"/>
                    <a:ext cx="95040" cy="80640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896" name="Rectangle 24"/>
                  <p:cNvSpPr/>
                  <p:nvPr/>
                </p:nvSpPr>
                <p:spPr>
                  <a:xfrm>
                    <a:off x="270360" y="545400"/>
                    <a:ext cx="93240" cy="80640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897" name="Rectangle 25"/>
                  <p:cNvSpPr/>
                  <p:nvPr/>
                </p:nvSpPr>
                <p:spPr>
                  <a:xfrm>
                    <a:off x="471960" y="545400"/>
                    <a:ext cx="93240" cy="80640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898" name="Rectangle 26"/>
                  <p:cNvSpPr/>
                  <p:nvPr/>
                </p:nvSpPr>
                <p:spPr>
                  <a:xfrm>
                    <a:off x="672120" y="545400"/>
                    <a:ext cx="95040" cy="80640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899" name="Rectangle 27"/>
                  <p:cNvSpPr/>
                  <p:nvPr/>
                </p:nvSpPr>
                <p:spPr>
                  <a:xfrm>
                    <a:off x="871920" y="545400"/>
                    <a:ext cx="95040" cy="80640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900" name="Rectangle 28"/>
                  <p:cNvSpPr/>
                  <p:nvPr/>
                </p:nvSpPr>
                <p:spPr>
                  <a:xfrm>
                    <a:off x="1073520" y="545400"/>
                    <a:ext cx="95040" cy="80640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</p:grpSp>
            <p:grpSp>
              <p:nvGrpSpPr>
                <p:cNvPr id="901" name="Group 36"/>
                <p:cNvGrpSpPr/>
                <p:nvPr/>
              </p:nvGrpSpPr>
              <p:grpSpPr>
                <a:xfrm>
                  <a:off x="70200" y="705960"/>
                  <a:ext cx="1098360" cy="80640"/>
                  <a:chOff x="70200" y="705960"/>
                  <a:chExt cx="1098360" cy="80640"/>
                </a:xfrm>
              </p:grpSpPr>
              <p:sp>
                <p:nvSpPr>
                  <p:cNvPr id="902" name="Rectangle 30"/>
                  <p:cNvSpPr/>
                  <p:nvPr/>
                </p:nvSpPr>
                <p:spPr>
                  <a:xfrm>
                    <a:off x="70200" y="705960"/>
                    <a:ext cx="95040" cy="80640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903" name="Rectangle 31"/>
                  <p:cNvSpPr/>
                  <p:nvPr/>
                </p:nvSpPr>
                <p:spPr>
                  <a:xfrm>
                    <a:off x="270360" y="705960"/>
                    <a:ext cx="93240" cy="80640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904" name="Rectangle 32"/>
                  <p:cNvSpPr/>
                  <p:nvPr/>
                </p:nvSpPr>
                <p:spPr>
                  <a:xfrm>
                    <a:off x="471960" y="705960"/>
                    <a:ext cx="93240" cy="80640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905" name="Rectangle 33"/>
                  <p:cNvSpPr/>
                  <p:nvPr/>
                </p:nvSpPr>
                <p:spPr>
                  <a:xfrm>
                    <a:off x="672120" y="705960"/>
                    <a:ext cx="95040" cy="80640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906" name="Rectangle 34"/>
                  <p:cNvSpPr/>
                  <p:nvPr/>
                </p:nvSpPr>
                <p:spPr>
                  <a:xfrm>
                    <a:off x="871920" y="705960"/>
                    <a:ext cx="95040" cy="80640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907" name="Rectangle 35"/>
                  <p:cNvSpPr/>
                  <p:nvPr/>
                </p:nvSpPr>
                <p:spPr>
                  <a:xfrm>
                    <a:off x="1073520" y="705960"/>
                    <a:ext cx="95040" cy="80640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</p:grpSp>
            <p:grpSp>
              <p:nvGrpSpPr>
                <p:cNvPr id="908" name="Group 43"/>
                <p:cNvGrpSpPr/>
                <p:nvPr/>
              </p:nvGrpSpPr>
              <p:grpSpPr>
                <a:xfrm>
                  <a:off x="70200" y="869040"/>
                  <a:ext cx="1098360" cy="80640"/>
                  <a:chOff x="70200" y="869040"/>
                  <a:chExt cx="1098360" cy="80640"/>
                </a:xfrm>
              </p:grpSpPr>
              <p:sp>
                <p:nvSpPr>
                  <p:cNvPr id="909" name="Rectangle 37"/>
                  <p:cNvSpPr/>
                  <p:nvPr/>
                </p:nvSpPr>
                <p:spPr>
                  <a:xfrm>
                    <a:off x="70200" y="869040"/>
                    <a:ext cx="95040" cy="80640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910" name="Rectangle 38"/>
                  <p:cNvSpPr/>
                  <p:nvPr/>
                </p:nvSpPr>
                <p:spPr>
                  <a:xfrm>
                    <a:off x="270360" y="869040"/>
                    <a:ext cx="93240" cy="80640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911" name="Rectangle 39"/>
                  <p:cNvSpPr/>
                  <p:nvPr/>
                </p:nvSpPr>
                <p:spPr>
                  <a:xfrm>
                    <a:off x="471960" y="869040"/>
                    <a:ext cx="93240" cy="80640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912" name="Rectangle 40"/>
                  <p:cNvSpPr/>
                  <p:nvPr/>
                </p:nvSpPr>
                <p:spPr>
                  <a:xfrm>
                    <a:off x="672120" y="869040"/>
                    <a:ext cx="95040" cy="80640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913" name="Rectangle 41"/>
                  <p:cNvSpPr/>
                  <p:nvPr/>
                </p:nvSpPr>
                <p:spPr>
                  <a:xfrm>
                    <a:off x="871920" y="869040"/>
                    <a:ext cx="95040" cy="80640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914" name="Rectangle 42"/>
                  <p:cNvSpPr/>
                  <p:nvPr/>
                </p:nvSpPr>
                <p:spPr>
                  <a:xfrm>
                    <a:off x="1073520" y="869040"/>
                    <a:ext cx="95040" cy="80640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</p:grpSp>
            <p:grpSp>
              <p:nvGrpSpPr>
                <p:cNvPr id="915" name="Group 50"/>
                <p:cNvGrpSpPr/>
                <p:nvPr/>
              </p:nvGrpSpPr>
              <p:grpSpPr>
                <a:xfrm>
                  <a:off x="70200" y="1031040"/>
                  <a:ext cx="1098360" cy="80640"/>
                  <a:chOff x="70200" y="1031040"/>
                  <a:chExt cx="1098360" cy="80640"/>
                </a:xfrm>
              </p:grpSpPr>
              <p:sp>
                <p:nvSpPr>
                  <p:cNvPr id="916" name="Rectangle 44"/>
                  <p:cNvSpPr/>
                  <p:nvPr/>
                </p:nvSpPr>
                <p:spPr>
                  <a:xfrm>
                    <a:off x="70200" y="1031040"/>
                    <a:ext cx="95040" cy="80640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917" name="Rectangle 45"/>
                  <p:cNvSpPr/>
                  <p:nvPr/>
                </p:nvSpPr>
                <p:spPr>
                  <a:xfrm>
                    <a:off x="270360" y="1031040"/>
                    <a:ext cx="93240" cy="80640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918" name="Rectangle 46"/>
                  <p:cNvSpPr/>
                  <p:nvPr/>
                </p:nvSpPr>
                <p:spPr>
                  <a:xfrm>
                    <a:off x="471960" y="1031040"/>
                    <a:ext cx="93240" cy="80640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919" name="Rectangle 47"/>
                  <p:cNvSpPr/>
                  <p:nvPr/>
                </p:nvSpPr>
                <p:spPr>
                  <a:xfrm>
                    <a:off x="672120" y="1031040"/>
                    <a:ext cx="95040" cy="80640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920" name="Rectangle 48"/>
                  <p:cNvSpPr/>
                  <p:nvPr/>
                </p:nvSpPr>
                <p:spPr>
                  <a:xfrm>
                    <a:off x="871920" y="1031040"/>
                    <a:ext cx="95040" cy="80640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921" name="Rectangle 49"/>
                  <p:cNvSpPr/>
                  <p:nvPr/>
                </p:nvSpPr>
                <p:spPr>
                  <a:xfrm>
                    <a:off x="1073520" y="1031040"/>
                    <a:ext cx="95040" cy="80640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</p:grpSp>
            <p:grpSp>
              <p:nvGrpSpPr>
                <p:cNvPr id="922" name="Group 57"/>
                <p:cNvGrpSpPr/>
                <p:nvPr/>
              </p:nvGrpSpPr>
              <p:grpSpPr>
                <a:xfrm>
                  <a:off x="70200" y="1194120"/>
                  <a:ext cx="1098360" cy="80640"/>
                  <a:chOff x="70200" y="1194120"/>
                  <a:chExt cx="1098360" cy="80640"/>
                </a:xfrm>
              </p:grpSpPr>
              <p:sp>
                <p:nvSpPr>
                  <p:cNvPr id="923" name="Rectangle 51"/>
                  <p:cNvSpPr/>
                  <p:nvPr/>
                </p:nvSpPr>
                <p:spPr>
                  <a:xfrm>
                    <a:off x="70200" y="1194120"/>
                    <a:ext cx="95040" cy="80640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924" name="Rectangle 52"/>
                  <p:cNvSpPr/>
                  <p:nvPr/>
                </p:nvSpPr>
                <p:spPr>
                  <a:xfrm>
                    <a:off x="270360" y="1194120"/>
                    <a:ext cx="93240" cy="80640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925" name="Rectangle 53"/>
                  <p:cNvSpPr/>
                  <p:nvPr/>
                </p:nvSpPr>
                <p:spPr>
                  <a:xfrm>
                    <a:off x="471960" y="1194120"/>
                    <a:ext cx="93240" cy="80640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926" name="Rectangle 54"/>
                  <p:cNvSpPr/>
                  <p:nvPr/>
                </p:nvSpPr>
                <p:spPr>
                  <a:xfrm>
                    <a:off x="672120" y="1194120"/>
                    <a:ext cx="95040" cy="80640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927" name="Rectangle 55"/>
                  <p:cNvSpPr/>
                  <p:nvPr/>
                </p:nvSpPr>
                <p:spPr>
                  <a:xfrm>
                    <a:off x="871920" y="1194120"/>
                    <a:ext cx="95040" cy="80640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928" name="Rectangle 56"/>
                  <p:cNvSpPr/>
                  <p:nvPr/>
                </p:nvSpPr>
                <p:spPr>
                  <a:xfrm>
                    <a:off x="1073520" y="1194120"/>
                    <a:ext cx="95040" cy="80640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</p:grpSp>
          </p:grpSp>
          <p:grpSp>
            <p:nvGrpSpPr>
              <p:cNvPr id="929" name="Group 115"/>
              <p:cNvGrpSpPr/>
              <p:nvPr/>
            </p:nvGrpSpPr>
            <p:grpSpPr>
              <a:xfrm>
                <a:off x="7928280" y="3824280"/>
                <a:ext cx="1096560" cy="1215360"/>
                <a:chOff x="7928280" y="3824280"/>
                <a:chExt cx="1096560" cy="1215360"/>
              </a:xfrm>
            </p:grpSpPr>
            <p:grpSp>
              <p:nvGrpSpPr>
                <p:cNvPr id="930" name="Group 65"/>
                <p:cNvGrpSpPr/>
                <p:nvPr/>
              </p:nvGrpSpPr>
              <p:grpSpPr>
                <a:xfrm>
                  <a:off x="7928280" y="3824280"/>
                  <a:ext cx="1096560" cy="80640"/>
                  <a:chOff x="7928280" y="3824280"/>
                  <a:chExt cx="1096560" cy="80640"/>
                </a:xfrm>
              </p:grpSpPr>
              <p:sp>
                <p:nvSpPr>
                  <p:cNvPr id="931" name="Rectangle 59"/>
                  <p:cNvSpPr/>
                  <p:nvPr/>
                </p:nvSpPr>
                <p:spPr>
                  <a:xfrm>
                    <a:off x="7928280" y="3824280"/>
                    <a:ext cx="93240" cy="80640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932" name="Rectangle 60"/>
                  <p:cNvSpPr/>
                  <p:nvPr/>
                </p:nvSpPr>
                <p:spPr>
                  <a:xfrm>
                    <a:off x="8121960" y="3824280"/>
                    <a:ext cx="99720" cy="80640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933" name="Rectangle 61"/>
                  <p:cNvSpPr/>
                  <p:nvPr/>
                </p:nvSpPr>
                <p:spPr>
                  <a:xfrm>
                    <a:off x="8328240" y="3824280"/>
                    <a:ext cx="95040" cy="80640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934" name="Rectangle 62"/>
                  <p:cNvSpPr/>
                  <p:nvPr/>
                </p:nvSpPr>
                <p:spPr>
                  <a:xfrm>
                    <a:off x="8528400" y="3824280"/>
                    <a:ext cx="95040" cy="80640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935" name="Rectangle 63"/>
                  <p:cNvSpPr/>
                  <p:nvPr/>
                </p:nvSpPr>
                <p:spPr>
                  <a:xfrm>
                    <a:off x="8730000" y="3824280"/>
                    <a:ext cx="93240" cy="80640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936" name="Rectangle 64"/>
                  <p:cNvSpPr/>
                  <p:nvPr/>
                </p:nvSpPr>
                <p:spPr>
                  <a:xfrm>
                    <a:off x="8931600" y="3824280"/>
                    <a:ext cx="93240" cy="80640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</p:grpSp>
            <p:grpSp>
              <p:nvGrpSpPr>
                <p:cNvPr id="937" name="Group 72"/>
                <p:cNvGrpSpPr/>
                <p:nvPr/>
              </p:nvGrpSpPr>
              <p:grpSpPr>
                <a:xfrm>
                  <a:off x="7928280" y="3983760"/>
                  <a:ext cx="1096560" cy="80640"/>
                  <a:chOff x="7928280" y="3983760"/>
                  <a:chExt cx="1096560" cy="80640"/>
                </a:xfrm>
              </p:grpSpPr>
              <p:sp>
                <p:nvSpPr>
                  <p:cNvPr id="938" name="Rectangle 66"/>
                  <p:cNvSpPr/>
                  <p:nvPr/>
                </p:nvSpPr>
                <p:spPr>
                  <a:xfrm>
                    <a:off x="7928280" y="3983760"/>
                    <a:ext cx="93240" cy="80640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939" name="Rectangle 67"/>
                  <p:cNvSpPr/>
                  <p:nvPr/>
                </p:nvSpPr>
                <p:spPr>
                  <a:xfrm>
                    <a:off x="8121960" y="3983760"/>
                    <a:ext cx="99720" cy="80640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940" name="Rectangle 68"/>
                  <p:cNvSpPr/>
                  <p:nvPr/>
                </p:nvSpPr>
                <p:spPr>
                  <a:xfrm>
                    <a:off x="8328240" y="3983760"/>
                    <a:ext cx="95040" cy="80640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941" name="Rectangle 69"/>
                  <p:cNvSpPr/>
                  <p:nvPr/>
                </p:nvSpPr>
                <p:spPr>
                  <a:xfrm>
                    <a:off x="8528400" y="3983760"/>
                    <a:ext cx="95040" cy="80640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942" name="Rectangle 70"/>
                  <p:cNvSpPr/>
                  <p:nvPr/>
                </p:nvSpPr>
                <p:spPr>
                  <a:xfrm>
                    <a:off x="8730000" y="3983760"/>
                    <a:ext cx="93240" cy="80640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943" name="Rectangle 71"/>
                  <p:cNvSpPr/>
                  <p:nvPr/>
                </p:nvSpPr>
                <p:spPr>
                  <a:xfrm>
                    <a:off x="8931600" y="3983760"/>
                    <a:ext cx="93240" cy="80640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</p:grpSp>
            <p:grpSp>
              <p:nvGrpSpPr>
                <p:cNvPr id="944" name="Group 79"/>
                <p:cNvGrpSpPr/>
                <p:nvPr/>
              </p:nvGrpSpPr>
              <p:grpSpPr>
                <a:xfrm>
                  <a:off x="7928280" y="4146840"/>
                  <a:ext cx="1096560" cy="80640"/>
                  <a:chOff x="7928280" y="4146840"/>
                  <a:chExt cx="1096560" cy="80640"/>
                </a:xfrm>
              </p:grpSpPr>
              <p:sp>
                <p:nvSpPr>
                  <p:cNvPr id="945" name="Rectangle 73"/>
                  <p:cNvSpPr/>
                  <p:nvPr/>
                </p:nvSpPr>
                <p:spPr>
                  <a:xfrm>
                    <a:off x="7928280" y="4146840"/>
                    <a:ext cx="93240" cy="80640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946" name="Rectangle 74"/>
                  <p:cNvSpPr/>
                  <p:nvPr/>
                </p:nvSpPr>
                <p:spPr>
                  <a:xfrm>
                    <a:off x="8121960" y="4146840"/>
                    <a:ext cx="99720" cy="80640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947" name="Rectangle 75"/>
                  <p:cNvSpPr/>
                  <p:nvPr/>
                </p:nvSpPr>
                <p:spPr>
                  <a:xfrm>
                    <a:off x="8328240" y="4146840"/>
                    <a:ext cx="95040" cy="80640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948" name="Rectangle 76"/>
                  <p:cNvSpPr/>
                  <p:nvPr/>
                </p:nvSpPr>
                <p:spPr>
                  <a:xfrm>
                    <a:off x="8528400" y="4146840"/>
                    <a:ext cx="95040" cy="80640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949" name="Rectangle 77"/>
                  <p:cNvSpPr/>
                  <p:nvPr/>
                </p:nvSpPr>
                <p:spPr>
                  <a:xfrm>
                    <a:off x="8730000" y="4146840"/>
                    <a:ext cx="93240" cy="80640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950" name="Rectangle 78"/>
                  <p:cNvSpPr/>
                  <p:nvPr/>
                </p:nvSpPr>
                <p:spPr>
                  <a:xfrm>
                    <a:off x="8931600" y="4146840"/>
                    <a:ext cx="93240" cy="80640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</p:grpSp>
            <p:grpSp>
              <p:nvGrpSpPr>
                <p:cNvPr id="951" name="Group 86"/>
                <p:cNvGrpSpPr/>
                <p:nvPr/>
              </p:nvGrpSpPr>
              <p:grpSpPr>
                <a:xfrm>
                  <a:off x="7928280" y="4309920"/>
                  <a:ext cx="1096560" cy="80640"/>
                  <a:chOff x="7928280" y="4309920"/>
                  <a:chExt cx="1096560" cy="80640"/>
                </a:xfrm>
              </p:grpSpPr>
              <p:sp>
                <p:nvSpPr>
                  <p:cNvPr id="952" name="Rectangle 80"/>
                  <p:cNvSpPr/>
                  <p:nvPr/>
                </p:nvSpPr>
                <p:spPr>
                  <a:xfrm>
                    <a:off x="7928280" y="4309920"/>
                    <a:ext cx="93240" cy="80640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953" name="Rectangle 81"/>
                  <p:cNvSpPr/>
                  <p:nvPr/>
                </p:nvSpPr>
                <p:spPr>
                  <a:xfrm>
                    <a:off x="8121960" y="4309920"/>
                    <a:ext cx="99720" cy="80640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954" name="Rectangle 82"/>
                  <p:cNvSpPr/>
                  <p:nvPr/>
                </p:nvSpPr>
                <p:spPr>
                  <a:xfrm>
                    <a:off x="8328240" y="4309920"/>
                    <a:ext cx="95040" cy="80640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955" name="Rectangle 83"/>
                  <p:cNvSpPr/>
                  <p:nvPr/>
                </p:nvSpPr>
                <p:spPr>
                  <a:xfrm>
                    <a:off x="8528400" y="4309920"/>
                    <a:ext cx="95040" cy="80640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956" name="Rectangle 84"/>
                  <p:cNvSpPr/>
                  <p:nvPr/>
                </p:nvSpPr>
                <p:spPr>
                  <a:xfrm>
                    <a:off x="8730000" y="4309920"/>
                    <a:ext cx="93240" cy="80640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957" name="Rectangle 85"/>
                  <p:cNvSpPr/>
                  <p:nvPr/>
                </p:nvSpPr>
                <p:spPr>
                  <a:xfrm>
                    <a:off x="8931600" y="4309920"/>
                    <a:ext cx="93240" cy="80640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</p:grpSp>
            <p:grpSp>
              <p:nvGrpSpPr>
                <p:cNvPr id="958" name="Group 93"/>
                <p:cNvGrpSpPr/>
                <p:nvPr/>
              </p:nvGrpSpPr>
              <p:grpSpPr>
                <a:xfrm>
                  <a:off x="7928280" y="4470840"/>
                  <a:ext cx="1096560" cy="80640"/>
                  <a:chOff x="7928280" y="4470840"/>
                  <a:chExt cx="1096560" cy="80640"/>
                </a:xfrm>
              </p:grpSpPr>
              <p:sp>
                <p:nvSpPr>
                  <p:cNvPr id="959" name="Rectangle 87"/>
                  <p:cNvSpPr/>
                  <p:nvPr/>
                </p:nvSpPr>
                <p:spPr>
                  <a:xfrm>
                    <a:off x="7928280" y="4470840"/>
                    <a:ext cx="93240" cy="80640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960" name="Rectangle 88"/>
                  <p:cNvSpPr/>
                  <p:nvPr/>
                </p:nvSpPr>
                <p:spPr>
                  <a:xfrm>
                    <a:off x="8121960" y="4470840"/>
                    <a:ext cx="99720" cy="80640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961" name="Rectangle 89"/>
                  <p:cNvSpPr/>
                  <p:nvPr/>
                </p:nvSpPr>
                <p:spPr>
                  <a:xfrm>
                    <a:off x="8328240" y="4470840"/>
                    <a:ext cx="95040" cy="80640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962" name="Rectangle 90"/>
                  <p:cNvSpPr/>
                  <p:nvPr/>
                </p:nvSpPr>
                <p:spPr>
                  <a:xfrm>
                    <a:off x="8528400" y="4470840"/>
                    <a:ext cx="95040" cy="80640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963" name="Rectangle 91"/>
                  <p:cNvSpPr/>
                  <p:nvPr/>
                </p:nvSpPr>
                <p:spPr>
                  <a:xfrm>
                    <a:off x="8730000" y="4470840"/>
                    <a:ext cx="93240" cy="80640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964" name="Rectangle 92"/>
                  <p:cNvSpPr/>
                  <p:nvPr/>
                </p:nvSpPr>
                <p:spPr>
                  <a:xfrm>
                    <a:off x="8931600" y="4470840"/>
                    <a:ext cx="93240" cy="80640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</p:grpSp>
            <p:grpSp>
              <p:nvGrpSpPr>
                <p:cNvPr id="965" name="Group 100"/>
                <p:cNvGrpSpPr/>
                <p:nvPr/>
              </p:nvGrpSpPr>
              <p:grpSpPr>
                <a:xfrm>
                  <a:off x="7928280" y="4633920"/>
                  <a:ext cx="1096560" cy="80640"/>
                  <a:chOff x="7928280" y="4633920"/>
                  <a:chExt cx="1096560" cy="80640"/>
                </a:xfrm>
              </p:grpSpPr>
              <p:sp>
                <p:nvSpPr>
                  <p:cNvPr id="966" name="Rectangle 94"/>
                  <p:cNvSpPr/>
                  <p:nvPr/>
                </p:nvSpPr>
                <p:spPr>
                  <a:xfrm>
                    <a:off x="7928280" y="4633920"/>
                    <a:ext cx="93240" cy="80640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967" name="Rectangle 95"/>
                  <p:cNvSpPr/>
                  <p:nvPr/>
                </p:nvSpPr>
                <p:spPr>
                  <a:xfrm>
                    <a:off x="8121960" y="4633920"/>
                    <a:ext cx="99720" cy="80640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968" name="Rectangle 96"/>
                  <p:cNvSpPr/>
                  <p:nvPr/>
                </p:nvSpPr>
                <p:spPr>
                  <a:xfrm>
                    <a:off x="8328240" y="4633920"/>
                    <a:ext cx="95040" cy="80640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969" name="Rectangle 97"/>
                  <p:cNvSpPr/>
                  <p:nvPr/>
                </p:nvSpPr>
                <p:spPr>
                  <a:xfrm>
                    <a:off x="8528400" y="4633920"/>
                    <a:ext cx="95040" cy="80640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970" name="Rectangle 98"/>
                  <p:cNvSpPr/>
                  <p:nvPr/>
                </p:nvSpPr>
                <p:spPr>
                  <a:xfrm>
                    <a:off x="8730000" y="4633920"/>
                    <a:ext cx="93240" cy="80640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971" name="Rectangle 99"/>
                  <p:cNvSpPr/>
                  <p:nvPr/>
                </p:nvSpPr>
                <p:spPr>
                  <a:xfrm>
                    <a:off x="8931600" y="4633920"/>
                    <a:ext cx="93240" cy="80640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</p:grpSp>
            <p:grpSp>
              <p:nvGrpSpPr>
                <p:cNvPr id="972" name="Group 107"/>
                <p:cNvGrpSpPr/>
                <p:nvPr/>
              </p:nvGrpSpPr>
              <p:grpSpPr>
                <a:xfrm>
                  <a:off x="7928280" y="4795920"/>
                  <a:ext cx="1096560" cy="80640"/>
                  <a:chOff x="7928280" y="4795920"/>
                  <a:chExt cx="1096560" cy="80640"/>
                </a:xfrm>
              </p:grpSpPr>
              <p:sp>
                <p:nvSpPr>
                  <p:cNvPr id="973" name="Rectangle 101"/>
                  <p:cNvSpPr/>
                  <p:nvPr/>
                </p:nvSpPr>
                <p:spPr>
                  <a:xfrm>
                    <a:off x="7928280" y="4795920"/>
                    <a:ext cx="93240" cy="80640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974" name="Rectangle 102"/>
                  <p:cNvSpPr/>
                  <p:nvPr/>
                </p:nvSpPr>
                <p:spPr>
                  <a:xfrm>
                    <a:off x="8121960" y="4795920"/>
                    <a:ext cx="99720" cy="80640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975" name="Rectangle 103"/>
                  <p:cNvSpPr/>
                  <p:nvPr/>
                </p:nvSpPr>
                <p:spPr>
                  <a:xfrm>
                    <a:off x="8328240" y="4795920"/>
                    <a:ext cx="95040" cy="80640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976" name="Rectangle 104"/>
                  <p:cNvSpPr/>
                  <p:nvPr/>
                </p:nvSpPr>
                <p:spPr>
                  <a:xfrm>
                    <a:off x="8528400" y="4795920"/>
                    <a:ext cx="95040" cy="80640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977" name="Rectangle 105"/>
                  <p:cNvSpPr/>
                  <p:nvPr/>
                </p:nvSpPr>
                <p:spPr>
                  <a:xfrm>
                    <a:off x="8730000" y="4795920"/>
                    <a:ext cx="93240" cy="80640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978" name="Rectangle 106"/>
                  <p:cNvSpPr/>
                  <p:nvPr/>
                </p:nvSpPr>
                <p:spPr>
                  <a:xfrm>
                    <a:off x="8931600" y="4795920"/>
                    <a:ext cx="93240" cy="80640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</p:grpSp>
            <p:grpSp>
              <p:nvGrpSpPr>
                <p:cNvPr id="979" name="Group 114"/>
                <p:cNvGrpSpPr/>
                <p:nvPr/>
              </p:nvGrpSpPr>
              <p:grpSpPr>
                <a:xfrm>
                  <a:off x="7928280" y="4959000"/>
                  <a:ext cx="1096560" cy="80640"/>
                  <a:chOff x="7928280" y="4959000"/>
                  <a:chExt cx="1096560" cy="80640"/>
                </a:xfrm>
              </p:grpSpPr>
              <p:sp>
                <p:nvSpPr>
                  <p:cNvPr id="980" name="Rectangle 108"/>
                  <p:cNvSpPr/>
                  <p:nvPr/>
                </p:nvSpPr>
                <p:spPr>
                  <a:xfrm>
                    <a:off x="7928280" y="4959000"/>
                    <a:ext cx="93240" cy="80640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981" name="Rectangle 109"/>
                  <p:cNvSpPr/>
                  <p:nvPr/>
                </p:nvSpPr>
                <p:spPr>
                  <a:xfrm>
                    <a:off x="8121960" y="4959000"/>
                    <a:ext cx="99720" cy="80640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982" name="Rectangle 110"/>
                  <p:cNvSpPr/>
                  <p:nvPr/>
                </p:nvSpPr>
                <p:spPr>
                  <a:xfrm>
                    <a:off x="8328240" y="4959000"/>
                    <a:ext cx="95040" cy="80640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983" name="Rectangle 111"/>
                  <p:cNvSpPr/>
                  <p:nvPr/>
                </p:nvSpPr>
                <p:spPr>
                  <a:xfrm>
                    <a:off x="8528400" y="4959000"/>
                    <a:ext cx="95040" cy="80640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984" name="Rectangle 112"/>
                  <p:cNvSpPr/>
                  <p:nvPr/>
                </p:nvSpPr>
                <p:spPr>
                  <a:xfrm>
                    <a:off x="8730000" y="4959000"/>
                    <a:ext cx="93240" cy="80640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985" name="Rectangle 113"/>
                  <p:cNvSpPr/>
                  <p:nvPr/>
                </p:nvSpPr>
                <p:spPr>
                  <a:xfrm>
                    <a:off x="8931600" y="4959000"/>
                    <a:ext cx="93240" cy="80640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</p:grpSp>
          </p:grpSp>
        </p:grpSp>
        <p:sp>
          <p:nvSpPr>
            <p:cNvPr id="986" name="Rectangle 117"/>
            <p:cNvSpPr/>
            <p:nvPr/>
          </p:nvSpPr>
          <p:spPr>
            <a:xfrm>
              <a:off x="464040" y="361800"/>
              <a:ext cx="8216280" cy="441936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/>
            </a:ln>
            <a:effectLst>
              <a:outerShdw blurRad="63360" dir="2700000" dist="71785" rotWithShape="0">
                <a:srgbClr val="232323">
                  <a:alpha val="7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numCol="1" spcCol="0" lIns="45720" rIns="45720" anchor="ctr">
              <a:noAutofit/>
            </a:bodyPr>
            <a:p>
              <a:pPr defTabSz="685800">
                <a:lnSpc>
                  <a:spcPct val="100000"/>
                </a:lnSpc>
                <a:tabLst>
                  <a:tab algn="l" pos="0"/>
                </a:tabLst>
              </a:pPr>
              <a:endPara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</p:grpSp>
      <p:pic>
        <p:nvPicPr>
          <p:cNvPr id="987" name="Picture 121" descr="Picture 121"/>
          <p:cNvPicPr/>
          <p:nvPr/>
        </p:nvPicPr>
        <p:blipFill>
          <a:blip r:embed="rId2"/>
          <a:stretch/>
        </p:blipFill>
        <p:spPr>
          <a:xfrm>
            <a:off x="622800" y="4245840"/>
            <a:ext cx="977040" cy="440280"/>
          </a:xfrm>
          <a:prstGeom prst="rect">
            <a:avLst/>
          </a:prstGeom>
          <a:noFill/>
          <a:ln w="12700">
            <a:noFill/>
          </a:ln>
        </p:spPr>
      </p:pic>
      <p:sp>
        <p:nvSpPr>
          <p:cNvPr id="988" name="PlaceHolder 1"/>
          <p:cNvSpPr>
            <a:spLocks noGrp="1"/>
          </p:cNvSpPr>
          <p:nvPr>
            <p:ph type="title"/>
          </p:nvPr>
        </p:nvSpPr>
        <p:spPr>
          <a:xfrm>
            <a:off x="722520" y="3305160"/>
            <a:ext cx="7772040" cy="1021320"/>
          </a:xfrm>
          <a:prstGeom prst="rect">
            <a:avLst/>
          </a:prstGeom>
          <a:noFill/>
          <a:ln w="12600">
            <a:noFill/>
          </a:ln>
        </p:spPr>
        <p:txBody>
          <a:bodyPr lIns="44280" rIns="44280" tIns="44280" bIns="44280" anchor="t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lang="en-US" sz="3000" b="1" u="none" strike="noStrike" cap="all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Title Text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989" name="PlaceHolder 2"/>
          <p:cNvSpPr>
            <a:spLocks noGrp="1"/>
          </p:cNvSpPr>
          <p:nvPr>
            <p:ph type="body"/>
          </p:nvPr>
        </p:nvSpPr>
        <p:spPr>
          <a:xfrm>
            <a:off x="722520" y="2180160"/>
            <a:ext cx="7772040" cy="1124640"/>
          </a:xfrm>
          <a:prstGeom prst="rect">
            <a:avLst/>
          </a:prstGeom>
          <a:noFill/>
          <a:ln w="12600">
            <a:noFill/>
          </a:ln>
        </p:spPr>
        <p:txBody>
          <a:bodyPr lIns="44280" rIns="44280" tIns="44280" bIns="44280" anchor="b">
            <a:noAutofit/>
          </a:bodyPr>
          <a:p>
            <a:pPr indent="0" defTabSz="914400">
              <a:lnSpc>
                <a:spcPct val="90000"/>
              </a:lnSpc>
              <a:spcBef>
                <a:spcPts val="499"/>
              </a:spcBef>
              <a:buNone/>
              <a:tabLst>
                <a:tab algn="l" pos="0"/>
              </a:tabLst>
            </a:pPr>
            <a:r>
              <a:rPr lang="en-US" sz="15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Body Level One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499"/>
              </a:spcBef>
              <a:buNone/>
              <a:tabLst>
                <a:tab algn="l" pos="0"/>
              </a:tabLst>
            </a:pPr>
            <a:r>
              <a:rPr lang="en-US" sz="15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Body Level Two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499"/>
              </a:spcBef>
              <a:buNone/>
              <a:tabLst>
                <a:tab algn="l" pos="0"/>
              </a:tabLst>
            </a:pPr>
            <a:r>
              <a:rPr lang="en-US" sz="15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Body Level Three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499"/>
              </a:spcBef>
              <a:buNone/>
              <a:tabLst>
                <a:tab algn="l" pos="0"/>
              </a:tabLst>
            </a:pPr>
            <a:r>
              <a:rPr lang="en-US" sz="15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Body Level Four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499"/>
              </a:spcBef>
              <a:buNone/>
              <a:tabLst>
                <a:tab algn="l" pos="0"/>
              </a:tabLst>
            </a:pPr>
            <a:r>
              <a:rPr lang="en-US" sz="15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Body Level Five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990" name="PlaceHolder 3"/>
          <p:cNvSpPr>
            <a:spLocks noGrp="1"/>
          </p:cNvSpPr>
          <p:nvPr>
            <p:ph type="sldNum" idx="11"/>
          </p:nvPr>
        </p:nvSpPr>
        <p:spPr>
          <a:xfrm>
            <a:off x="4419720" y="4627440"/>
            <a:ext cx="2133360" cy="279000"/>
          </a:xfrm>
          <a:prstGeom prst="rect">
            <a:avLst/>
          </a:prstGeom>
          <a:noFill/>
          <a:ln w="12600">
            <a:noFill/>
          </a:ln>
        </p:spPr>
        <p:txBody>
          <a:bodyPr lIns="45720" rIns="45720" tIns="45000" bIns="4500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B7D89CB2-6297-4358-8F5E-730EE664D3F1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1" name="IETF Hackathon - &lt;Project name&gt;" hidden="1"/>
          <p:cNvSpPr/>
          <p:nvPr/>
        </p:nvSpPr>
        <p:spPr>
          <a:xfrm>
            <a:off x="3045600" y="4731480"/>
            <a:ext cx="2763360" cy="29412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45720" rIns="45720" tIns="45000" bIns="45000" anchor="t">
            <a:sp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lang="en-US" sz="1400" b="0" u="none" strike="noStrike">
                <a:solidFill>
                  <a:srgbClr val="535353"/>
                </a:solidFill>
                <a:effectLst/>
                <a:uFillTx/>
                <a:latin typeface="Calibri"/>
                <a:ea typeface="Calibri"/>
              </a:rPr>
              <a:t>IETF Hackathon - &lt;Project name&gt;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992" name="Group 118"/>
          <p:cNvGrpSpPr/>
          <p:nvPr/>
        </p:nvGrpSpPr>
        <p:grpSpPr>
          <a:xfrm>
            <a:off x="70200" y="59400"/>
            <a:ext cx="8954640" cy="4980240"/>
            <a:chOff x="70200" y="59400"/>
            <a:chExt cx="8954640" cy="4980240"/>
          </a:xfrm>
        </p:grpSpPr>
        <p:grpSp>
          <p:nvGrpSpPr>
            <p:cNvPr id="993" name="Group 116"/>
            <p:cNvGrpSpPr/>
            <p:nvPr/>
          </p:nvGrpSpPr>
          <p:grpSpPr>
            <a:xfrm>
              <a:off x="70200" y="59400"/>
              <a:ext cx="8954640" cy="4980240"/>
              <a:chOff x="70200" y="59400"/>
              <a:chExt cx="8954640" cy="4980240"/>
            </a:xfrm>
          </p:grpSpPr>
          <p:grpSp>
            <p:nvGrpSpPr>
              <p:cNvPr id="994" name="Group 58"/>
              <p:cNvGrpSpPr/>
              <p:nvPr/>
            </p:nvGrpSpPr>
            <p:grpSpPr>
              <a:xfrm>
                <a:off x="70200" y="59400"/>
                <a:ext cx="1098360" cy="1215360"/>
                <a:chOff x="70200" y="59400"/>
                <a:chExt cx="1098360" cy="1215360"/>
              </a:xfrm>
            </p:grpSpPr>
            <p:grpSp>
              <p:nvGrpSpPr>
                <p:cNvPr id="995" name="Group 8"/>
                <p:cNvGrpSpPr/>
                <p:nvPr/>
              </p:nvGrpSpPr>
              <p:grpSpPr>
                <a:xfrm>
                  <a:off x="70200" y="59400"/>
                  <a:ext cx="1098360" cy="80640"/>
                  <a:chOff x="70200" y="59400"/>
                  <a:chExt cx="1098360" cy="80640"/>
                </a:xfrm>
              </p:grpSpPr>
              <p:sp>
                <p:nvSpPr>
                  <p:cNvPr id="996" name="Rectangle 2"/>
                  <p:cNvSpPr/>
                  <p:nvPr/>
                </p:nvSpPr>
                <p:spPr>
                  <a:xfrm>
                    <a:off x="70200" y="59400"/>
                    <a:ext cx="95040" cy="80640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997" name="Rectangle 3"/>
                  <p:cNvSpPr/>
                  <p:nvPr/>
                </p:nvSpPr>
                <p:spPr>
                  <a:xfrm>
                    <a:off x="270360" y="59400"/>
                    <a:ext cx="93240" cy="80640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998" name="Rectangle 4"/>
                  <p:cNvSpPr/>
                  <p:nvPr/>
                </p:nvSpPr>
                <p:spPr>
                  <a:xfrm>
                    <a:off x="471960" y="59400"/>
                    <a:ext cx="93240" cy="80640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999" name="Rectangle 5"/>
                  <p:cNvSpPr/>
                  <p:nvPr/>
                </p:nvSpPr>
                <p:spPr>
                  <a:xfrm>
                    <a:off x="672120" y="59400"/>
                    <a:ext cx="95040" cy="80640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000" name="Rectangle 6"/>
                  <p:cNvSpPr/>
                  <p:nvPr/>
                </p:nvSpPr>
                <p:spPr>
                  <a:xfrm>
                    <a:off x="871920" y="59400"/>
                    <a:ext cx="95040" cy="80640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001" name="Rectangle 7"/>
                  <p:cNvSpPr/>
                  <p:nvPr/>
                </p:nvSpPr>
                <p:spPr>
                  <a:xfrm>
                    <a:off x="1073520" y="59400"/>
                    <a:ext cx="95040" cy="80640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</p:grpSp>
            <p:grpSp>
              <p:nvGrpSpPr>
                <p:cNvPr id="1002" name="Group 15"/>
                <p:cNvGrpSpPr/>
                <p:nvPr/>
              </p:nvGrpSpPr>
              <p:grpSpPr>
                <a:xfrm>
                  <a:off x="70200" y="219240"/>
                  <a:ext cx="1098360" cy="80640"/>
                  <a:chOff x="70200" y="219240"/>
                  <a:chExt cx="1098360" cy="80640"/>
                </a:xfrm>
              </p:grpSpPr>
              <p:sp>
                <p:nvSpPr>
                  <p:cNvPr id="1003" name="Rectangle 9"/>
                  <p:cNvSpPr/>
                  <p:nvPr/>
                </p:nvSpPr>
                <p:spPr>
                  <a:xfrm>
                    <a:off x="70200" y="219240"/>
                    <a:ext cx="95040" cy="80640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004" name="Rectangle 10"/>
                  <p:cNvSpPr/>
                  <p:nvPr/>
                </p:nvSpPr>
                <p:spPr>
                  <a:xfrm>
                    <a:off x="270360" y="219240"/>
                    <a:ext cx="93240" cy="80640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005" name="Rectangle 11"/>
                  <p:cNvSpPr/>
                  <p:nvPr/>
                </p:nvSpPr>
                <p:spPr>
                  <a:xfrm>
                    <a:off x="471960" y="219240"/>
                    <a:ext cx="93240" cy="80640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006" name="Rectangle 12"/>
                  <p:cNvSpPr/>
                  <p:nvPr/>
                </p:nvSpPr>
                <p:spPr>
                  <a:xfrm>
                    <a:off x="672120" y="219240"/>
                    <a:ext cx="95040" cy="80640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007" name="Rectangle 13"/>
                  <p:cNvSpPr/>
                  <p:nvPr/>
                </p:nvSpPr>
                <p:spPr>
                  <a:xfrm>
                    <a:off x="871920" y="219240"/>
                    <a:ext cx="95040" cy="80640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008" name="Rectangle 14"/>
                  <p:cNvSpPr/>
                  <p:nvPr/>
                </p:nvSpPr>
                <p:spPr>
                  <a:xfrm>
                    <a:off x="1073520" y="219240"/>
                    <a:ext cx="95040" cy="80640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</p:grpSp>
            <p:grpSp>
              <p:nvGrpSpPr>
                <p:cNvPr id="1009" name="Group 22"/>
                <p:cNvGrpSpPr/>
                <p:nvPr/>
              </p:nvGrpSpPr>
              <p:grpSpPr>
                <a:xfrm>
                  <a:off x="70200" y="382320"/>
                  <a:ext cx="1098360" cy="80640"/>
                  <a:chOff x="70200" y="382320"/>
                  <a:chExt cx="1098360" cy="80640"/>
                </a:xfrm>
              </p:grpSpPr>
              <p:sp>
                <p:nvSpPr>
                  <p:cNvPr id="1010" name="Rectangle 16"/>
                  <p:cNvSpPr/>
                  <p:nvPr/>
                </p:nvSpPr>
                <p:spPr>
                  <a:xfrm>
                    <a:off x="70200" y="382320"/>
                    <a:ext cx="95040" cy="80640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011" name="Rectangle 17"/>
                  <p:cNvSpPr/>
                  <p:nvPr/>
                </p:nvSpPr>
                <p:spPr>
                  <a:xfrm>
                    <a:off x="270360" y="382320"/>
                    <a:ext cx="93240" cy="80640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012" name="Rectangle 18"/>
                  <p:cNvSpPr/>
                  <p:nvPr/>
                </p:nvSpPr>
                <p:spPr>
                  <a:xfrm>
                    <a:off x="471960" y="382320"/>
                    <a:ext cx="93240" cy="80640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013" name="Rectangle 19"/>
                  <p:cNvSpPr/>
                  <p:nvPr/>
                </p:nvSpPr>
                <p:spPr>
                  <a:xfrm>
                    <a:off x="672120" y="382320"/>
                    <a:ext cx="95040" cy="80640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014" name="Rectangle 20"/>
                  <p:cNvSpPr/>
                  <p:nvPr/>
                </p:nvSpPr>
                <p:spPr>
                  <a:xfrm>
                    <a:off x="871920" y="382320"/>
                    <a:ext cx="95040" cy="80640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015" name="Rectangle 21"/>
                  <p:cNvSpPr/>
                  <p:nvPr/>
                </p:nvSpPr>
                <p:spPr>
                  <a:xfrm>
                    <a:off x="1073520" y="382320"/>
                    <a:ext cx="95040" cy="80640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</p:grpSp>
            <p:grpSp>
              <p:nvGrpSpPr>
                <p:cNvPr id="1016" name="Group 29"/>
                <p:cNvGrpSpPr/>
                <p:nvPr/>
              </p:nvGrpSpPr>
              <p:grpSpPr>
                <a:xfrm>
                  <a:off x="70200" y="545400"/>
                  <a:ext cx="1098360" cy="80640"/>
                  <a:chOff x="70200" y="545400"/>
                  <a:chExt cx="1098360" cy="80640"/>
                </a:xfrm>
              </p:grpSpPr>
              <p:sp>
                <p:nvSpPr>
                  <p:cNvPr id="1017" name="Rectangle 23"/>
                  <p:cNvSpPr/>
                  <p:nvPr/>
                </p:nvSpPr>
                <p:spPr>
                  <a:xfrm>
                    <a:off x="70200" y="545400"/>
                    <a:ext cx="95040" cy="80640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018" name="Rectangle 24"/>
                  <p:cNvSpPr/>
                  <p:nvPr/>
                </p:nvSpPr>
                <p:spPr>
                  <a:xfrm>
                    <a:off x="270360" y="545400"/>
                    <a:ext cx="93240" cy="80640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019" name="Rectangle 25"/>
                  <p:cNvSpPr/>
                  <p:nvPr/>
                </p:nvSpPr>
                <p:spPr>
                  <a:xfrm>
                    <a:off x="471960" y="545400"/>
                    <a:ext cx="93240" cy="80640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020" name="Rectangle 26"/>
                  <p:cNvSpPr/>
                  <p:nvPr/>
                </p:nvSpPr>
                <p:spPr>
                  <a:xfrm>
                    <a:off x="672120" y="545400"/>
                    <a:ext cx="95040" cy="80640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021" name="Rectangle 27"/>
                  <p:cNvSpPr/>
                  <p:nvPr/>
                </p:nvSpPr>
                <p:spPr>
                  <a:xfrm>
                    <a:off x="871920" y="545400"/>
                    <a:ext cx="95040" cy="80640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022" name="Rectangle 28"/>
                  <p:cNvSpPr/>
                  <p:nvPr/>
                </p:nvSpPr>
                <p:spPr>
                  <a:xfrm>
                    <a:off x="1073520" y="545400"/>
                    <a:ext cx="95040" cy="80640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</p:grpSp>
            <p:grpSp>
              <p:nvGrpSpPr>
                <p:cNvPr id="1023" name="Group 36"/>
                <p:cNvGrpSpPr/>
                <p:nvPr/>
              </p:nvGrpSpPr>
              <p:grpSpPr>
                <a:xfrm>
                  <a:off x="70200" y="705960"/>
                  <a:ext cx="1098360" cy="80640"/>
                  <a:chOff x="70200" y="705960"/>
                  <a:chExt cx="1098360" cy="80640"/>
                </a:xfrm>
              </p:grpSpPr>
              <p:sp>
                <p:nvSpPr>
                  <p:cNvPr id="1024" name="Rectangle 30"/>
                  <p:cNvSpPr/>
                  <p:nvPr/>
                </p:nvSpPr>
                <p:spPr>
                  <a:xfrm>
                    <a:off x="70200" y="705960"/>
                    <a:ext cx="95040" cy="80640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025" name="Rectangle 31"/>
                  <p:cNvSpPr/>
                  <p:nvPr/>
                </p:nvSpPr>
                <p:spPr>
                  <a:xfrm>
                    <a:off x="270360" y="705960"/>
                    <a:ext cx="93240" cy="80640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026" name="Rectangle 32"/>
                  <p:cNvSpPr/>
                  <p:nvPr/>
                </p:nvSpPr>
                <p:spPr>
                  <a:xfrm>
                    <a:off x="471960" y="705960"/>
                    <a:ext cx="93240" cy="80640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027" name="Rectangle 33"/>
                  <p:cNvSpPr/>
                  <p:nvPr/>
                </p:nvSpPr>
                <p:spPr>
                  <a:xfrm>
                    <a:off x="672120" y="705960"/>
                    <a:ext cx="95040" cy="80640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028" name="Rectangle 34"/>
                  <p:cNvSpPr/>
                  <p:nvPr/>
                </p:nvSpPr>
                <p:spPr>
                  <a:xfrm>
                    <a:off x="871920" y="705960"/>
                    <a:ext cx="95040" cy="80640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029" name="Rectangle 35"/>
                  <p:cNvSpPr/>
                  <p:nvPr/>
                </p:nvSpPr>
                <p:spPr>
                  <a:xfrm>
                    <a:off x="1073520" y="705960"/>
                    <a:ext cx="95040" cy="80640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</p:grpSp>
            <p:grpSp>
              <p:nvGrpSpPr>
                <p:cNvPr id="1030" name="Group 43"/>
                <p:cNvGrpSpPr/>
                <p:nvPr/>
              </p:nvGrpSpPr>
              <p:grpSpPr>
                <a:xfrm>
                  <a:off x="70200" y="869040"/>
                  <a:ext cx="1098360" cy="80640"/>
                  <a:chOff x="70200" y="869040"/>
                  <a:chExt cx="1098360" cy="80640"/>
                </a:xfrm>
              </p:grpSpPr>
              <p:sp>
                <p:nvSpPr>
                  <p:cNvPr id="1031" name="Rectangle 37"/>
                  <p:cNvSpPr/>
                  <p:nvPr/>
                </p:nvSpPr>
                <p:spPr>
                  <a:xfrm>
                    <a:off x="70200" y="869040"/>
                    <a:ext cx="95040" cy="80640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032" name="Rectangle 38"/>
                  <p:cNvSpPr/>
                  <p:nvPr/>
                </p:nvSpPr>
                <p:spPr>
                  <a:xfrm>
                    <a:off x="270360" y="869040"/>
                    <a:ext cx="93240" cy="80640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033" name="Rectangle 39"/>
                  <p:cNvSpPr/>
                  <p:nvPr/>
                </p:nvSpPr>
                <p:spPr>
                  <a:xfrm>
                    <a:off x="471960" y="869040"/>
                    <a:ext cx="93240" cy="80640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034" name="Rectangle 40"/>
                  <p:cNvSpPr/>
                  <p:nvPr/>
                </p:nvSpPr>
                <p:spPr>
                  <a:xfrm>
                    <a:off x="672120" y="869040"/>
                    <a:ext cx="95040" cy="80640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035" name="Rectangle 41"/>
                  <p:cNvSpPr/>
                  <p:nvPr/>
                </p:nvSpPr>
                <p:spPr>
                  <a:xfrm>
                    <a:off x="871920" y="869040"/>
                    <a:ext cx="95040" cy="80640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036" name="Rectangle 42"/>
                  <p:cNvSpPr/>
                  <p:nvPr/>
                </p:nvSpPr>
                <p:spPr>
                  <a:xfrm>
                    <a:off x="1073520" y="869040"/>
                    <a:ext cx="95040" cy="80640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</p:grpSp>
            <p:grpSp>
              <p:nvGrpSpPr>
                <p:cNvPr id="1037" name="Group 50"/>
                <p:cNvGrpSpPr/>
                <p:nvPr/>
              </p:nvGrpSpPr>
              <p:grpSpPr>
                <a:xfrm>
                  <a:off x="70200" y="1031040"/>
                  <a:ext cx="1098360" cy="80640"/>
                  <a:chOff x="70200" y="1031040"/>
                  <a:chExt cx="1098360" cy="80640"/>
                </a:xfrm>
              </p:grpSpPr>
              <p:sp>
                <p:nvSpPr>
                  <p:cNvPr id="1038" name="Rectangle 44"/>
                  <p:cNvSpPr/>
                  <p:nvPr/>
                </p:nvSpPr>
                <p:spPr>
                  <a:xfrm>
                    <a:off x="70200" y="1031040"/>
                    <a:ext cx="95040" cy="80640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039" name="Rectangle 45"/>
                  <p:cNvSpPr/>
                  <p:nvPr/>
                </p:nvSpPr>
                <p:spPr>
                  <a:xfrm>
                    <a:off x="270360" y="1031040"/>
                    <a:ext cx="93240" cy="80640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040" name="Rectangle 46"/>
                  <p:cNvSpPr/>
                  <p:nvPr/>
                </p:nvSpPr>
                <p:spPr>
                  <a:xfrm>
                    <a:off x="471960" y="1031040"/>
                    <a:ext cx="93240" cy="80640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041" name="Rectangle 47"/>
                  <p:cNvSpPr/>
                  <p:nvPr/>
                </p:nvSpPr>
                <p:spPr>
                  <a:xfrm>
                    <a:off x="672120" y="1031040"/>
                    <a:ext cx="95040" cy="80640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042" name="Rectangle 48"/>
                  <p:cNvSpPr/>
                  <p:nvPr/>
                </p:nvSpPr>
                <p:spPr>
                  <a:xfrm>
                    <a:off x="871920" y="1031040"/>
                    <a:ext cx="95040" cy="80640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043" name="Rectangle 49"/>
                  <p:cNvSpPr/>
                  <p:nvPr/>
                </p:nvSpPr>
                <p:spPr>
                  <a:xfrm>
                    <a:off x="1073520" y="1031040"/>
                    <a:ext cx="95040" cy="80640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</p:grpSp>
            <p:grpSp>
              <p:nvGrpSpPr>
                <p:cNvPr id="1044" name="Group 57"/>
                <p:cNvGrpSpPr/>
                <p:nvPr/>
              </p:nvGrpSpPr>
              <p:grpSpPr>
                <a:xfrm>
                  <a:off x="70200" y="1194120"/>
                  <a:ext cx="1098360" cy="80640"/>
                  <a:chOff x="70200" y="1194120"/>
                  <a:chExt cx="1098360" cy="80640"/>
                </a:xfrm>
              </p:grpSpPr>
              <p:sp>
                <p:nvSpPr>
                  <p:cNvPr id="1045" name="Rectangle 51"/>
                  <p:cNvSpPr/>
                  <p:nvPr/>
                </p:nvSpPr>
                <p:spPr>
                  <a:xfrm>
                    <a:off x="70200" y="1194120"/>
                    <a:ext cx="95040" cy="80640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046" name="Rectangle 52"/>
                  <p:cNvSpPr/>
                  <p:nvPr/>
                </p:nvSpPr>
                <p:spPr>
                  <a:xfrm>
                    <a:off x="270360" y="1194120"/>
                    <a:ext cx="93240" cy="80640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047" name="Rectangle 53"/>
                  <p:cNvSpPr/>
                  <p:nvPr/>
                </p:nvSpPr>
                <p:spPr>
                  <a:xfrm>
                    <a:off x="471960" y="1194120"/>
                    <a:ext cx="93240" cy="80640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048" name="Rectangle 54"/>
                  <p:cNvSpPr/>
                  <p:nvPr/>
                </p:nvSpPr>
                <p:spPr>
                  <a:xfrm>
                    <a:off x="672120" y="1194120"/>
                    <a:ext cx="95040" cy="80640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049" name="Rectangle 55"/>
                  <p:cNvSpPr/>
                  <p:nvPr/>
                </p:nvSpPr>
                <p:spPr>
                  <a:xfrm>
                    <a:off x="871920" y="1194120"/>
                    <a:ext cx="95040" cy="80640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050" name="Rectangle 56"/>
                  <p:cNvSpPr/>
                  <p:nvPr/>
                </p:nvSpPr>
                <p:spPr>
                  <a:xfrm>
                    <a:off x="1073520" y="1194120"/>
                    <a:ext cx="95040" cy="80640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</p:grpSp>
          </p:grpSp>
          <p:grpSp>
            <p:nvGrpSpPr>
              <p:cNvPr id="1051" name="Group 115"/>
              <p:cNvGrpSpPr/>
              <p:nvPr/>
            </p:nvGrpSpPr>
            <p:grpSpPr>
              <a:xfrm>
                <a:off x="7928280" y="3824280"/>
                <a:ext cx="1096560" cy="1215360"/>
                <a:chOff x="7928280" y="3824280"/>
                <a:chExt cx="1096560" cy="1215360"/>
              </a:xfrm>
            </p:grpSpPr>
            <p:grpSp>
              <p:nvGrpSpPr>
                <p:cNvPr id="1052" name="Group 65"/>
                <p:cNvGrpSpPr/>
                <p:nvPr/>
              </p:nvGrpSpPr>
              <p:grpSpPr>
                <a:xfrm>
                  <a:off x="7928280" y="3824280"/>
                  <a:ext cx="1096560" cy="80640"/>
                  <a:chOff x="7928280" y="3824280"/>
                  <a:chExt cx="1096560" cy="80640"/>
                </a:xfrm>
              </p:grpSpPr>
              <p:sp>
                <p:nvSpPr>
                  <p:cNvPr id="1053" name="Rectangle 59"/>
                  <p:cNvSpPr/>
                  <p:nvPr/>
                </p:nvSpPr>
                <p:spPr>
                  <a:xfrm>
                    <a:off x="7928280" y="3824280"/>
                    <a:ext cx="93240" cy="80640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054" name="Rectangle 60"/>
                  <p:cNvSpPr/>
                  <p:nvPr/>
                </p:nvSpPr>
                <p:spPr>
                  <a:xfrm>
                    <a:off x="8121960" y="3824280"/>
                    <a:ext cx="99720" cy="80640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055" name="Rectangle 61"/>
                  <p:cNvSpPr/>
                  <p:nvPr/>
                </p:nvSpPr>
                <p:spPr>
                  <a:xfrm>
                    <a:off x="8328240" y="3824280"/>
                    <a:ext cx="95040" cy="80640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056" name="Rectangle 62"/>
                  <p:cNvSpPr/>
                  <p:nvPr/>
                </p:nvSpPr>
                <p:spPr>
                  <a:xfrm>
                    <a:off x="8528400" y="3824280"/>
                    <a:ext cx="95040" cy="80640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057" name="Rectangle 63"/>
                  <p:cNvSpPr/>
                  <p:nvPr/>
                </p:nvSpPr>
                <p:spPr>
                  <a:xfrm>
                    <a:off x="8730000" y="3824280"/>
                    <a:ext cx="93240" cy="80640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058" name="Rectangle 64"/>
                  <p:cNvSpPr/>
                  <p:nvPr/>
                </p:nvSpPr>
                <p:spPr>
                  <a:xfrm>
                    <a:off x="8931600" y="3824280"/>
                    <a:ext cx="93240" cy="80640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</p:grpSp>
            <p:grpSp>
              <p:nvGrpSpPr>
                <p:cNvPr id="1059" name="Group 72"/>
                <p:cNvGrpSpPr/>
                <p:nvPr/>
              </p:nvGrpSpPr>
              <p:grpSpPr>
                <a:xfrm>
                  <a:off x="7928280" y="3983760"/>
                  <a:ext cx="1096560" cy="80640"/>
                  <a:chOff x="7928280" y="3983760"/>
                  <a:chExt cx="1096560" cy="80640"/>
                </a:xfrm>
              </p:grpSpPr>
              <p:sp>
                <p:nvSpPr>
                  <p:cNvPr id="1060" name="Rectangle 66"/>
                  <p:cNvSpPr/>
                  <p:nvPr/>
                </p:nvSpPr>
                <p:spPr>
                  <a:xfrm>
                    <a:off x="7928280" y="3983760"/>
                    <a:ext cx="93240" cy="80640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061" name="Rectangle 67"/>
                  <p:cNvSpPr/>
                  <p:nvPr/>
                </p:nvSpPr>
                <p:spPr>
                  <a:xfrm>
                    <a:off x="8121960" y="3983760"/>
                    <a:ext cx="99720" cy="80640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062" name="Rectangle 68"/>
                  <p:cNvSpPr/>
                  <p:nvPr/>
                </p:nvSpPr>
                <p:spPr>
                  <a:xfrm>
                    <a:off x="8328240" y="3983760"/>
                    <a:ext cx="95040" cy="80640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063" name="Rectangle 69"/>
                  <p:cNvSpPr/>
                  <p:nvPr/>
                </p:nvSpPr>
                <p:spPr>
                  <a:xfrm>
                    <a:off x="8528400" y="3983760"/>
                    <a:ext cx="95040" cy="80640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064" name="Rectangle 70"/>
                  <p:cNvSpPr/>
                  <p:nvPr/>
                </p:nvSpPr>
                <p:spPr>
                  <a:xfrm>
                    <a:off x="8730000" y="3983760"/>
                    <a:ext cx="93240" cy="80640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065" name="Rectangle 71"/>
                  <p:cNvSpPr/>
                  <p:nvPr/>
                </p:nvSpPr>
                <p:spPr>
                  <a:xfrm>
                    <a:off x="8931600" y="3983760"/>
                    <a:ext cx="93240" cy="80640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</p:grpSp>
            <p:grpSp>
              <p:nvGrpSpPr>
                <p:cNvPr id="1066" name="Group 79"/>
                <p:cNvGrpSpPr/>
                <p:nvPr/>
              </p:nvGrpSpPr>
              <p:grpSpPr>
                <a:xfrm>
                  <a:off x="7928280" y="4146840"/>
                  <a:ext cx="1096560" cy="80640"/>
                  <a:chOff x="7928280" y="4146840"/>
                  <a:chExt cx="1096560" cy="80640"/>
                </a:xfrm>
              </p:grpSpPr>
              <p:sp>
                <p:nvSpPr>
                  <p:cNvPr id="1067" name="Rectangle 73"/>
                  <p:cNvSpPr/>
                  <p:nvPr/>
                </p:nvSpPr>
                <p:spPr>
                  <a:xfrm>
                    <a:off x="7928280" y="4146840"/>
                    <a:ext cx="93240" cy="80640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068" name="Rectangle 74"/>
                  <p:cNvSpPr/>
                  <p:nvPr/>
                </p:nvSpPr>
                <p:spPr>
                  <a:xfrm>
                    <a:off x="8121960" y="4146840"/>
                    <a:ext cx="99720" cy="80640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069" name="Rectangle 75"/>
                  <p:cNvSpPr/>
                  <p:nvPr/>
                </p:nvSpPr>
                <p:spPr>
                  <a:xfrm>
                    <a:off x="8328240" y="4146840"/>
                    <a:ext cx="95040" cy="80640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070" name="Rectangle 76"/>
                  <p:cNvSpPr/>
                  <p:nvPr/>
                </p:nvSpPr>
                <p:spPr>
                  <a:xfrm>
                    <a:off x="8528400" y="4146840"/>
                    <a:ext cx="95040" cy="80640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071" name="Rectangle 77"/>
                  <p:cNvSpPr/>
                  <p:nvPr/>
                </p:nvSpPr>
                <p:spPr>
                  <a:xfrm>
                    <a:off x="8730000" y="4146840"/>
                    <a:ext cx="93240" cy="80640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072" name="Rectangle 78"/>
                  <p:cNvSpPr/>
                  <p:nvPr/>
                </p:nvSpPr>
                <p:spPr>
                  <a:xfrm>
                    <a:off x="8931600" y="4146840"/>
                    <a:ext cx="93240" cy="80640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</p:grpSp>
            <p:grpSp>
              <p:nvGrpSpPr>
                <p:cNvPr id="1073" name="Group 86"/>
                <p:cNvGrpSpPr/>
                <p:nvPr/>
              </p:nvGrpSpPr>
              <p:grpSpPr>
                <a:xfrm>
                  <a:off x="7928280" y="4309920"/>
                  <a:ext cx="1096560" cy="80640"/>
                  <a:chOff x="7928280" y="4309920"/>
                  <a:chExt cx="1096560" cy="80640"/>
                </a:xfrm>
              </p:grpSpPr>
              <p:sp>
                <p:nvSpPr>
                  <p:cNvPr id="1074" name="Rectangle 80"/>
                  <p:cNvSpPr/>
                  <p:nvPr/>
                </p:nvSpPr>
                <p:spPr>
                  <a:xfrm>
                    <a:off x="7928280" y="4309920"/>
                    <a:ext cx="93240" cy="80640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075" name="Rectangle 81"/>
                  <p:cNvSpPr/>
                  <p:nvPr/>
                </p:nvSpPr>
                <p:spPr>
                  <a:xfrm>
                    <a:off x="8121960" y="4309920"/>
                    <a:ext cx="99720" cy="80640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076" name="Rectangle 82"/>
                  <p:cNvSpPr/>
                  <p:nvPr/>
                </p:nvSpPr>
                <p:spPr>
                  <a:xfrm>
                    <a:off x="8328240" y="4309920"/>
                    <a:ext cx="95040" cy="80640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077" name="Rectangle 83"/>
                  <p:cNvSpPr/>
                  <p:nvPr/>
                </p:nvSpPr>
                <p:spPr>
                  <a:xfrm>
                    <a:off x="8528400" y="4309920"/>
                    <a:ext cx="95040" cy="80640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078" name="Rectangle 84"/>
                  <p:cNvSpPr/>
                  <p:nvPr/>
                </p:nvSpPr>
                <p:spPr>
                  <a:xfrm>
                    <a:off x="8730000" y="4309920"/>
                    <a:ext cx="93240" cy="80640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079" name="Rectangle 85"/>
                  <p:cNvSpPr/>
                  <p:nvPr/>
                </p:nvSpPr>
                <p:spPr>
                  <a:xfrm>
                    <a:off x="8931600" y="4309920"/>
                    <a:ext cx="93240" cy="80640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</p:grpSp>
            <p:grpSp>
              <p:nvGrpSpPr>
                <p:cNvPr id="1080" name="Group 93"/>
                <p:cNvGrpSpPr/>
                <p:nvPr/>
              </p:nvGrpSpPr>
              <p:grpSpPr>
                <a:xfrm>
                  <a:off x="7928280" y="4470840"/>
                  <a:ext cx="1096560" cy="80640"/>
                  <a:chOff x="7928280" y="4470840"/>
                  <a:chExt cx="1096560" cy="80640"/>
                </a:xfrm>
              </p:grpSpPr>
              <p:sp>
                <p:nvSpPr>
                  <p:cNvPr id="1081" name="Rectangle 87"/>
                  <p:cNvSpPr/>
                  <p:nvPr/>
                </p:nvSpPr>
                <p:spPr>
                  <a:xfrm>
                    <a:off x="7928280" y="4470840"/>
                    <a:ext cx="93240" cy="80640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082" name="Rectangle 88"/>
                  <p:cNvSpPr/>
                  <p:nvPr/>
                </p:nvSpPr>
                <p:spPr>
                  <a:xfrm>
                    <a:off x="8121960" y="4470840"/>
                    <a:ext cx="99720" cy="80640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083" name="Rectangle 89"/>
                  <p:cNvSpPr/>
                  <p:nvPr/>
                </p:nvSpPr>
                <p:spPr>
                  <a:xfrm>
                    <a:off x="8328240" y="4470840"/>
                    <a:ext cx="95040" cy="80640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084" name="Rectangle 90"/>
                  <p:cNvSpPr/>
                  <p:nvPr/>
                </p:nvSpPr>
                <p:spPr>
                  <a:xfrm>
                    <a:off x="8528400" y="4470840"/>
                    <a:ext cx="95040" cy="80640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085" name="Rectangle 91"/>
                  <p:cNvSpPr/>
                  <p:nvPr/>
                </p:nvSpPr>
                <p:spPr>
                  <a:xfrm>
                    <a:off x="8730000" y="4470840"/>
                    <a:ext cx="93240" cy="80640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086" name="Rectangle 92"/>
                  <p:cNvSpPr/>
                  <p:nvPr/>
                </p:nvSpPr>
                <p:spPr>
                  <a:xfrm>
                    <a:off x="8931600" y="4470840"/>
                    <a:ext cx="93240" cy="80640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</p:grpSp>
            <p:grpSp>
              <p:nvGrpSpPr>
                <p:cNvPr id="1087" name="Group 100"/>
                <p:cNvGrpSpPr/>
                <p:nvPr/>
              </p:nvGrpSpPr>
              <p:grpSpPr>
                <a:xfrm>
                  <a:off x="7928280" y="4633920"/>
                  <a:ext cx="1096560" cy="80640"/>
                  <a:chOff x="7928280" y="4633920"/>
                  <a:chExt cx="1096560" cy="80640"/>
                </a:xfrm>
              </p:grpSpPr>
              <p:sp>
                <p:nvSpPr>
                  <p:cNvPr id="1088" name="Rectangle 94"/>
                  <p:cNvSpPr/>
                  <p:nvPr/>
                </p:nvSpPr>
                <p:spPr>
                  <a:xfrm>
                    <a:off x="7928280" y="4633920"/>
                    <a:ext cx="93240" cy="80640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089" name="Rectangle 95"/>
                  <p:cNvSpPr/>
                  <p:nvPr/>
                </p:nvSpPr>
                <p:spPr>
                  <a:xfrm>
                    <a:off x="8121960" y="4633920"/>
                    <a:ext cx="99720" cy="80640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090" name="Rectangle 96"/>
                  <p:cNvSpPr/>
                  <p:nvPr/>
                </p:nvSpPr>
                <p:spPr>
                  <a:xfrm>
                    <a:off x="8328240" y="4633920"/>
                    <a:ext cx="95040" cy="80640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091" name="Rectangle 97"/>
                  <p:cNvSpPr/>
                  <p:nvPr/>
                </p:nvSpPr>
                <p:spPr>
                  <a:xfrm>
                    <a:off x="8528400" y="4633920"/>
                    <a:ext cx="95040" cy="80640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092" name="Rectangle 98"/>
                  <p:cNvSpPr/>
                  <p:nvPr/>
                </p:nvSpPr>
                <p:spPr>
                  <a:xfrm>
                    <a:off x="8730000" y="4633920"/>
                    <a:ext cx="93240" cy="80640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093" name="Rectangle 99"/>
                  <p:cNvSpPr/>
                  <p:nvPr/>
                </p:nvSpPr>
                <p:spPr>
                  <a:xfrm>
                    <a:off x="8931600" y="4633920"/>
                    <a:ext cx="93240" cy="80640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</p:grpSp>
            <p:grpSp>
              <p:nvGrpSpPr>
                <p:cNvPr id="1094" name="Group 107"/>
                <p:cNvGrpSpPr/>
                <p:nvPr/>
              </p:nvGrpSpPr>
              <p:grpSpPr>
                <a:xfrm>
                  <a:off x="7928280" y="4795920"/>
                  <a:ext cx="1096560" cy="80640"/>
                  <a:chOff x="7928280" y="4795920"/>
                  <a:chExt cx="1096560" cy="80640"/>
                </a:xfrm>
              </p:grpSpPr>
              <p:sp>
                <p:nvSpPr>
                  <p:cNvPr id="1095" name="Rectangle 101"/>
                  <p:cNvSpPr/>
                  <p:nvPr/>
                </p:nvSpPr>
                <p:spPr>
                  <a:xfrm>
                    <a:off x="7928280" y="4795920"/>
                    <a:ext cx="93240" cy="80640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096" name="Rectangle 102"/>
                  <p:cNvSpPr/>
                  <p:nvPr/>
                </p:nvSpPr>
                <p:spPr>
                  <a:xfrm>
                    <a:off x="8121960" y="4795920"/>
                    <a:ext cx="99720" cy="80640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097" name="Rectangle 103"/>
                  <p:cNvSpPr/>
                  <p:nvPr/>
                </p:nvSpPr>
                <p:spPr>
                  <a:xfrm>
                    <a:off x="8328240" y="4795920"/>
                    <a:ext cx="95040" cy="80640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098" name="Rectangle 104"/>
                  <p:cNvSpPr/>
                  <p:nvPr/>
                </p:nvSpPr>
                <p:spPr>
                  <a:xfrm>
                    <a:off x="8528400" y="4795920"/>
                    <a:ext cx="95040" cy="80640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099" name="Rectangle 105"/>
                  <p:cNvSpPr/>
                  <p:nvPr/>
                </p:nvSpPr>
                <p:spPr>
                  <a:xfrm>
                    <a:off x="8730000" y="4795920"/>
                    <a:ext cx="93240" cy="80640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100" name="Rectangle 106"/>
                  <p:cNvSpPr/>
                  <p:nvPr/>
                </p:nvSpPr>
                <p:spPr>
                  <a:xfrm>
                    <a:off x="8931600" y="4795920"/>
                    <a:ext cx="93240" cy="80640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</p:grpSp>
            <p:grpSp>
              <p:nvGrpSpPr>
                <p:cNvPr id="1101" name="Group 114"/>
                <p:cNvGrpSpPr/>
                <p:nvPr/>
              </p:nvGrpSpPr>
              <p:grpSpPr>
                <a:xfrm>
                  <a:off x="7928280" y="4959000"/>
                  <a:ext cx="1096560" cy="80640"/>
                  <a:chOff x="7928280" y="4959000"/>
                  <a:chExt cx="1096560" cy="80640"/>
                </a:xfrm>
              </p:grpSpPr>
              <p:sp>
                <p:nvSpPr>
                  <p:cNvPr id="1102" name="Rectangle 108"/>
                  <p:cNvSpPr/>
                  <p:nvPr/>
                </p:nvSpPr>
                <p:spPr>
                  <a:xfrm>
                    <a:off x="7928280" y="4959000"/>
                    <a:ext cx="93240" cy="80640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103" name="Rectangle 109"/>
                  <p:cNvSpPr/>
                  <p:nvPr/>
                </p:nvSpPr>
                <p:spPr>
                  <a:xfrm>
                    <a:off x="8121960" y="4959000"/>
                    <a:ext cx="99720" cy="80640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104" name="Rectangle 110"/>
                  <p:cNvSpPr/>
                  <p:nvPr/>
                </p:nvSpPr>
                <p:spPr>
                  <a:xfrm>
                    <a:off x="8328240" y="4959000"/>
                    <a:ext cx="95040" cy="80640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105" name="Rectangle 111"/>
                  <p:cNvSpPr/>
                  <p:nvPr/>
                </p:nvSpPr>
                <p:spPr>
                  <a:xfrm>
                    <a:off x="8528400" y="4959000"/>
                    <a:ext cx="95040" cy="80640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106" name="Rectangle 112"/>
                  <p:cNvSpPr/>
                  <p:nvPr/>
                </p:nvSpPr>
                <p:spPr>
                  <a:xfrm>
                    <a:off x="8730000" y="4959000"/>
                    <a:ext cx="93240" cy="80640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107" name="Rectangle 113"/>
                  <p:cNvSpPr/>
                  <p:nvPr/>
                </p:nvSpPr>
                <p:spPr>
                  <a:xfrm>
                    <a:off x="8931600" y="4959000"/>
                    <a:ext cx="93240" cy="80640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</p:grpSp>
          </p:grpSp>
        </p:grpSp>
        <p:sp>
          <p:nvSpPr>
            <p:cNvPr id="1108" name="Rectangle 117"/>
            <p:cNvSpPr/>
            <p:nvPr/>
          </p:nvSpPr>
          <p:spPr>
            <a:xfrm>
              <a:off x="464040" y="361800"/>
              <a:ext cx="8216280" cy="441936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/>
            </a:ln>
            <a:effectLst>
              <a:outerShdw blurRad="63360" dir="2700000" dist="71785" rotWithShape="0">
                <a:srgbClr val="232323">
                  <a:alpha val="7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numCol="1" spcCol="0" lIns="45720" rIns="45720" anchor="ctr">
              <a:noAutofit/>
            </a:bodyPr>
            <a:p>
              <a:pPr defTabSz="685800">
                <a:lnSpc>
                  <a:spcPct val="100000"/>
                </a:lnSpc>
                <a:tabLst>
                  <a:tab algn="l" pos="0"/>
                </a:tabLst>
              </a:pPr>
              <a:endPara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</p:grpSp>
      <p:pic>
        <p:nvPicPr>
          <p:cNvPr id="1109" name="Picture 121" descr="Picture 121"/>
          <p:cNvPicPr/>
          <p:nvPr/>
        </p:nvPicPr>
        <p:blipFill>
          <a:blip r:embed="rId2"/>
          <a:stretch/>
        </p:blipFill>
        <p:spPr>
          <a:xfrm>
            <a:off x="622800" y="4245840"/>
            <a:ext cx="977040" cy="440280"/>
          </a:xfrm>
          <a:prstGeom prst="rect">
            <a:avLst/>
          </a:prstGeom>
          <a:noFill/>
          <a:ln w="12700">
            <a:noFill/>
          </a:ln>
        </p:spPr>
      </p:pic>
      <p:sp>
        <p:nvSpPr>
          <p:cNvPr id="1110" name="PlaceHolder 1"/>
          <p:cNvSpPr>
            <a:spLocks noGrp="1"/>
          </p:cNvSpPr>
          <p:nvPr>
            <p:ph type="title"/>
          </p:nvPr>
        </p:nvSpPr>
        <p:spPr>
          <a:xfrm>
            <a:off x="990720" y="457200"/>
            <a:ext cx="7162560" cy="856800"/>
          </a:xfrm>
          <a:prstGeom prst="rect">
            <a:avLst/>
          </a:prstGeom>
          <a:noFill/>
          <a:ln w="12600">
            <a:noFill/>
          </a:ln>
        </p:spPr>
        <p:txBody>
          <a:bodyPr lIns="44280" rIns="44280" tIns="44280" bIns="44280" anchor="ctr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lang="en-US" sz="27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Title Text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111" name="PlaceHolder 2"/>
          <p:cNvSpPr>
            <a:spLocks noGrp="1"/>
          </p:cNvSpPr>
          <p:nvPr>
            <p:ph type="body"/>
          </p:nvPr>
        </p:nvSpPr>
        <p:spPr>
          <a:xfrm>
            <a:off x="990720" y="1486080"/>
            <a:ext cx="3510720" cy="3085920"/>
          </a:xfrm>
          <a:prstGeom prst="rect">
            <a:avLst/>
          </a:prstGeom>
          <a:noFill/>
          <a:ln w="12600">
            <a:noFill/>
          </a:ln>
        </p:spPr>
        <p:txBody>
          <a:bodyPr lIns="44280" rIns="44280" tIns="44280" bIns="44280" anchor="t">
            <a:noAutofit/>
          </a:bodyPr>
          <a:p>
            <a:pPr marL="214200" indent="-214200" defTabSz="914400">
              <a:lnSpc>
                <a:spcPct val="90000"/>
              </a:lnSpc>
              <a:spcBef>
                <a:spcPts val="700"/>
              </a:spcBef>
              <a:buNone/>
              <a:tabLst>
                <a:tab algn="l" pos="0"/>
              </a:tabLst>
            </a:pPr>
            <a:r>
              <a:rPr lang="en-US" sz="21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Body Level One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214200" indent="128520" defTabSz="914400">
              <a:lnSpc>
                <a:spcPct val="90000"/>
              </a:lnSpc>
              <a:spcBef>
                <a:spcPts val="700"/>
              </a:spcBef>
              <a:buNone/>
              <a:tabLst>
                <a:tab algn="l" pos="0"/>
              </a:tabLst>
            </a:pPr>
            <a:r>
              <a:rPr lang="en-US" sz="21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Body Level Two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214200" indent="471600" defTabSz="914400">
              <a:lnSpc>
                <a:spcPct val="90000"/>
              </a:lnSpc>
              <a:spcBef>
                <a:spcPts val="700"/>
              </a:spcBef>
              <a:buNone/>
              <a:tabLst>
                <a:tab algn="l" pos="0"/>
              </a:tabLst>
            </a:pPr>
            <a:r>
              <a:rPr lang="en-US" sz="21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Body Level Three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214200" indent="814320" defTabSz="914400">
              <a:lnSpc>
                <a:spcPct val="90000"/>
              </a:lnSpc>
              <a:spcBef>
                <a:spcPts val="700"/>
              </a:spcBef>
              <a:buNone/>
              <a:tabLst>
                <a:tab algn="l" pos="0"/>
              </a:tabLst>
            </a:pPr>
            <a:r>
              <a:rPr lang="en-US" sz="21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Body Level Four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214200" indent="1157400" defTabSz="914400">
              <a:lnSpc>
                <a:spcPct val="90000"/>
              </a:lnSpc>
              <a:spcBef>
                <a:spcPts val="700"/>
              </a:spcBef>
              <a:buNone/>
              <a:tabLst>
                <a:tab algn="l" pos="0"/>
              </a:tabLst>
            </a:pPr>
            <a:r>
              <a:rPr lang="en-US" sz="21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Body Level Five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112" name="PlaceHolder 3"/>
          <p:cNvSpPr>
            <a:spLocks noGrp="1"/>
          </p:cNvSpPr>
          <p:nvPr>
            <p:ph type="sldNum" idx="12"/>
          </p:nvPr>
        </p:nvSpPr>
        <p:spPr>
          <a:xfrm>
            <a:off x="4419720" y="4627440"/>
            <a:ext cx="2133360" cy="279000"/>
          </a:xfrm>
          <a:prstGeom prst="rect">
            <a:avLst/>
          </a:prstGeom>
          <a:noFill/>
          <a:ln w="12600">
            <a:noFill/>
          </a:ln>
        </p:spPr>
        <p:txBody>
          <a:bodyPr lIns="45720" rIns="45720" tIns="45000" bIns="4500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5EB8F000-06AF-4759-ACA1-3BF9BBB531FD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3" name="IETF Hackathon - &lt;Project name&gt;" hidden="1"/>
          <p:cNvSpPr/>
          <p:nvPr/>
        </p:nvSpPr>
        <p:spPr>
          <a:xfrm>
            <a:off x="3045600" y="4731480"/>
            <a:ext cx="2763360" cy="29412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45720" rIns="45720" tIns="45000" bIns="45000" anchor="t">
            <a:sp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lang="en-US" sz="1400" b="0" u="none" strike="noStrike">
                <a:solidFill>
                  <a:srgbClr val="535353"/>
                </a:solidFill>
                <a:effectLst/>
                <a:uFillTx/>
                <a:latin typeface="Calibri"/>
                <a:ea typeface="Calibri"/>
              </a:rPr>
              <a:t>IETF Hackathon - &lt;Project name&gt;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114" name="Group 118"/>
          <p:cNvGrpSpPr/>
          <p:nvPr/>
        </p:nvGrpSpPr>
        <p:grpSpPr>
          <a:xfrm>
            <a:off x="70200" y="59400"/>
            <a:ext cx="8954640" cy="4980240"/>
            <a:chOff x="70200" y="59400"/>
            <a:chExt cx="8954640" cy="4980240"/>
          </a:xfrm>
        </p:grpSpPr>
        <p:grpSp>
          <p:nvGrpSpPr>
            <p:cNvPr id="1115" name="Group 116"/>
            <p:cNvGrpSpPr/>
            <p:nvPr/>
          </p:nvGrpSpPr>
          <p:grpSpPr>
            <a:xfrm>
              <a:off x="70200" y="59400"/>
              <a:ext cx="8954640" cy="4980240"/>
              <a:chOff x="70200" y="59400"/>
              <a:chExt cx="8954640" cy="4980240"/>
            </a:xfrm>
          </p:grpSpPr>
          <p:grpSp>
            <p:nvGrpSpPr>
              <p:cNvPr id="1116" name="Group 58"/>
              <p:cNvGrpSpPr/>
              <p:nvPr/>
            </p:nvGrpSpPr>
            <p:grpSpPr>
              <a:xfrm>
                <a:off x="70200" y="59400"/>
                <a:ext cx="1098360" cy="1215360"/>
                <a:chOff x="70200" y="59400"/>
                <a:chExt cx="1098360" cy="1215360"/>
              </a:xfrm>
            </p:grpSpPr>
            <p:grpSp>
              <p:nvGrpSpPr>
                <p:cNvPr id="1117" name="Group 8"/>
                <p:cNvGrpSpPr/>
                <p:nvPr/>
              </p:nvGrpSpPr>
              <p:grpSpPr>
                <a:xfrm>
                  <a:off x="70200" y="59400"/>
                  <a:ext cx="1098360" cy="80640"/>
                  <a:chOff x="70200" y="59400"/>
                  <a:chExt cx="1098360" cy="80640"/>
                </a:xfrm>
              </p:grpSpPr>
              <p:sp>
                <p:nvSpPr>
                  <p:cNvPr id="1118" name="Rectangle 2"/>
                  <p:cNvSpPr/>
                  <p:nvPr/>
                </p:nvSpPr>
                <p:spPr>
                  <a:xfrm>
                    <a:off x="70200" y="59400"/>
                    <a:ext cx="95040" cy="80640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119" name="Rectangle 3"/>
                  <p:cNvSpPr/>
                  <p:nvPr/>
                </p:nvSpPr>
                <p:spPr>
                  <a:xfrm>
                    <a:off x="270360" y="59400"/>
                    <a:ext cx="93240" cy="80640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120" name="Rectangle 4"/>
                  <p:cNvSpPr/>
                  <p:nvPr/>
                </p:nvSpPr>
                <p:spPr>
                  <a:xfrm>
                    <a:off x="471960" y="59400"/>
                    <a:ext cx="93240" cy="80640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121" name="Rectangle 5"/>
                  <p:cNvSpPr/>
                  <p:nvPr/>
                </p:nvSpPr>
                <p:spPr>
                  <a:xfrm>
                    <a:off x="672120" y="59400"/>
                    <a:ext cx="95040" cy="80640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122" name="Rectangle 6"/>
                  <p:cNvSpPr/>
                  <p:nvPr/>
                </p:nvSpPr>
                <p:spPr>
                  <a:xfrm>
                    <a:off x="871920" y="59400"/>
                    <a:ext cx="95040" cy="80640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123" name="Rectangle 7"/>
                  <p:cNvSpPr/>
                  <p:nvPr/>
                </p:nvSpPr>
                <p:spPr>
                  <a:xfrm>
                    <a:off x="1073520" y="59400"/>
                    <a:ext cx="95040" cy="80640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</p:grpSp>
            <p:grpSp>
              <p:nvGrpSpPr>
                <p:cNvPr id="1124" name="Group 15"/>
                <p:cNvGrpSpPr/>
                <p:nvPr/>
              </p:nvGrpSpPr>
              <p:grpSpPr>
                <a:xfrm>
                  <a:off x="70200" y="219240"/>
                  <a:ext cx="1098360" cy="80640"/>
                  <a:chOff x="70200" y="219240"/>
                  <a:chExt cx="1098360" cy="80640"/>
                </a:xfrm>
              </p:grpSpPr>
              <p:sp>
                <p:nvSpPr>
                  <p:cNvPr id="1125" name="Rectangle 9"/>
                  <p:cNvSpPr/>
                  <p:nvPr/>
                </p:nvSpPr>
                <p:spPr>
                  <a:xfrm>
                    <a:off x="70200" y="219240"/>
                    <a:ext cx="95040" cy="80640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126" name="Rectangle 10"/>
                  <p:cNvSpPr/>
                  <p:nvPr/>
                </p:nvSpPr>
                <p:spPr>
                  <a:xfrm>
                    <a:off x="270360" y="219240"/>
                    <a:ext cx="93240" cy="80640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127" name="Rectangle 11"/>
                  <p:cNvSpPr/>
                  <p:nvPr/>
                </p:nvSpPr>
                <p:spPr>
                  <a:xfrm>
                    <a:off x="471960" y="219240"/>
                    <a:ext cx="93240" cy="80640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128" name="Rectangle 12"/>
                  <p:cNvSpPr/>
                  <p:nvPr/>
                </p:nvSpPr>
                <p:spPr>
                  <a:xfrm>
                    <a:off x="672120" y="219240"/>
                    <a:ext cx="95040" cy="80640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129" name="Rectangle 13"/>
                  <p:cNvSpPr/>
                  <p:nvPr/>
                </p:nvSpPr>
                <p:spPr>
                  <a:xfrm>
                    <a:off x="871920" y="219240"/>
                    <a:ext cx="95040" cy="80640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130" name="Rectangle 14"/>
                  <p:cNvSpPr/>
                  <p:nvPr/>
                </p:nvSpPr>
                <p:spPr>
                  <a:xfrm>
                    <a:off x="1073520" y="219240"/>
                    <a:ext cx="95040" cy="80640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</p:grpSp>
            <p:grpSp>
              <p:nvGrpSpPr>
                <p:cNvPr id="1131" name="Group 22"/>
                <p:cNvGrpSpPr/>
                <p:nvPr/>
              </p:nvGrpSpPr>
              <p:grpSpPr>
                <a:xfrm>
                  <a:off x="70200" y="382320"/>
                  <a:ext cx="1098360" cy="80640"/>
                  <a:chOff x="70200" y="382320"/>
                  <a:chExt cx="1098360" cy="80640"/>
                </a:xfrm>
              </p:grpSpPr>
              <p:sp>
                <p:nvSpPr>
                  <p:cNvPr id="1132" name="Rectangle 16"/>
                  <p:cNvSpPr/>
                  <p:nvPr/>
                </p:nvSpPr>
                <p:spPr>
                  <a:xfrm>
                    <a:off x="70200" y="382320"/>
                    <a:ext cx="95040" cy="80640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133" name="Rectangle 17"/>
                  <p:cNvSpPr/>
                  <p:nvPr/>
                </p:nvSpPr>
                <p:spPr>
                  <a:xfrm>
                    <a:off x="270360" y="382320"/>
                    <a:ext cx="93240" cy="80640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134" name="Rectangle 18"/>
                  <p:cNvSpPr/>
                  <p:nvPr/>
                </p:nvSpPr>
                <p:spPr>
                  <a:xfrm>
                    <a:off x="471960" y="382320"/>
                    <a:ext cx="93240" cy="80640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135" name="Rectangle 19"/>
                  <p:cNvSpPr/>
                  <p:nvPr/>
                </p:nvSpPr>
                <p:spPr>
                  <a:xfrm>
                    <a:off x="672120" y="382320"/>
                    <a:ext cx="95040" cy="80640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136" name="Rectangle 20"/>
                  <p:cNvSpPr/>
                  <p:nvPr/>
                </p:nvSpPr>
                <p:spPr>
                  <a:xfrm>
                    <a:off x="871920" y="382320"/>
                    <a:ext cx="95040" cy="80640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137" name="Rectangle 21"/>
                  <p:cNvSpPr/>
                  <p:nvPr/>
                </p:nvSpPr>
                <p:spPr>
                  <a:xfrm>
                    <a:off x="1073520" y="382320"/>
                    <a:ext cx="95040" cy="80640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</p:grpSp>
            <p:grpSp>
              <p:nvGrpSpPr>
                <p:cNvPr id="1138" name="Group 29"/>
                <p:cNvGrpSpPr/>
                <p:nvPr/>
              </p:nvGrpSpPr>
              <p:grpSpPr>
                <a:xfrm>
                  <a:off x="70200" y="545400"/>
                  <a:ext cx="1098360" cy="80640"/>
                  <a:chOff x="70200" y="545400"/>
                  <a:chExt cx="1098360" cy="80640"/>
                </a:xfrm>
              </p:grpSpPr>
              <p:sp>
                <p:nvSpPr>
                  <p:cNvPr id="1139" name="Rectangle 23"/>
                  <p:cNvSpPr/>
                  <p:nvPr/>
                </p:nvSpPr>
                <p:spPr>
                  <a:xfrm>
                    <a:off x="70200" y="545400"/>
                    <a:ext cx="95040" cy="80640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140" name="Rectangle 24"/>
                  <p:cNvSpPr/>
                  <p:nvPr/>
                </p:nvSpPr>
                <p:spPr>
                  <a:xfrm>
                    <a:off x="270360" y="545400"/>
                    <a:ext cx="93240" cy="80640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141" name="Rectangle 25"/>
                  <p:cNvSpPr/>
                  <p:nvPr/>
                </p:nvSpPr>
                <p:spPr>
                  <a:xfrm>
                    <a:off x="471960" y="545400"/>
                    <a:ext cx="93240" cy="80640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142" name="Rectangle 26"/>
                  <p:cNvSpPr/>
                  <p:nvPr/>
                </p:nvSpPr>
                <p:spPr>
                  <a:xfrm>
                    <a:off x="672120" y="545400"/>
                    <a:ext cx="95040" cy="80640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143" name="Rectangle 27"/>
                  <p:cNvSpPr/>
                  <p:nvPr/>
                </p:nvSpPr>
                <p:spPr>
                  <a:xfrm>
                    <a:off x="871920" y="545400"/>
                    <a:ext cx="95040" cy="80640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144" name="Rectangle 28"/>
                  <p:cNvSpPr/>
                  <p:nvPr/>
                </p:nvSpPr>
                <p:spPr>
                  <a:xfrm>
                    <a:off x="1073520" y="545400"/>
                    <a:ext cx="95040" cy="80640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</p:grpSp>
            <p:grpSp>
              <p:nvGrpSpPr>
                <p:cNvPr id="1145" name="Group 36"/>
                <p:cNvGrpSpPr/>
                <p:nvPr/>
              </p:nvGrpSpPr>
              <p:grpSpPr>
                <a:xfrm>
                  <a:off x="70200" y="705960"/>
                  <a:ext cx="1098360" cy="80640"/>
                  <a:chOff x="70200" y="705960"/>
                  <a:chExt cx="1098360" cy="80640"/>
                </a:xfrm>
              </p:grpSpPr>
              <p:sp>
                <p:nvSpPr>
                  <p:cNvPr id="1146" name="Rectangle 30"/>
                  <p:cNvSpPr/>
                  <p:nvPr/>
                </p:nvSpPr>
                <p:spPr>
                  <a:xfrm>
                    <a:off x="70200" y="705960"/>
                    <a:ext cx="95040" cy="80640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147" name="Rectangle 31"/>
                  <p:cNvSpPr/>
                  <p:nvPr/>
                </p:nvSpPr>
                <p:spPr>
                  <a:xfrm>
                    <a:off x="270360" y="705960"/>
                    <a:ext cx="93240" cy="80640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148" name="Rectangle 32"/>
                  <p:cNvSpPr/>
                  <p:nvPr/>
                </p:nvSpPr>
                <p:spPr>
                  <a:xfrm>
                    <a:off x="471960" y="705960"/>
                    <a:ext cx="93240" cy="80640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149" name="Rectangle 33"/>
                  <p:cNvSpPr/>
                  <p:nvPr/>
                </p:nvSpPr>
                <p:spPr>
                  <a:xfrm>
                    <a:off x="672120" y="705960"/>
                    <a:ext cx="95040" cy="80640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150" name="Rectangle 34"/>
                  <p:cNvSpPr/>
                  <p:nvPr/>
                </p:nvSpPr>
                <p:spPr>
                  <a:xfrm>
                    <a:off x="871920" y="705960"/>
                    <a:ext cx="95040" cy="80640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151" name="Rectangle 35"/>
                  <p:cNvSpPr/>
                  <p:nvPr/>
                </p:nvSpPr>
                <p:spPr>
                  <a:xfrm>
                    <a:off x="1073520" y="705960"/>
                    <a:ext cx="95040" cy="80640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</p:grpSp>
            <p:grpSp>
              <p:nvGrpSpPr>
                <p:cNvPr id="1152" name="Group 43"/>
                <p:cNvGrpSpPr/>
                <p:nvPr/>
              </p:nvGrpSpPr>
              <p:grpSpPr>
                <a:xfrm>
                  <a:off x="70200" y="869040"/>
                  <a:ext cx="1098360" cy="80640"/>
                  <a:chOff x="70200" y="869040"/>
                  <a:chExt cx="1098360" cy="80640"/>
                </a:xfrm>
              </p:grpSpPr>
              <p:sp>
                <p:nvSpPr>
                  <p:cNvPr id="1153" name="Rectangle 37"/>
                  <p:cNvSpPr/>
                  <p:nvPr/>
                </p:nvSpPr>
                <p:spPr>
                  <a:xfrm>
                    <a:off x="70200" y="869040"/>
                    <a:ext cx="95040" cy="80640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154" name="Rectangle 38"/>
                  <p:cNvSpPr/>
                  <p:nvPr/>
                </p:nvSpPr>
                <p:spPr>
                  <a:xfrm>
                    <a:off x="270360" y="869040"/>
                    <a:ext cx="93240" cy="80640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155" name="Rectangle 39"/>
                  <p:cNvSpPr/>
                  <p:nvPr/>
                </p:nvSpPr>
                <p:spPr>
                  <a:xfrm>
                    <a:off x="471960" y="869040"/>
                    <a:ext cx="93240" cy="80640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156" name="Rectangle 40"/>
                  <p:cNvSpPr/>
                  <p:nvPr/>
                </p:nvSpPr>
                <p:spPr>
                  <a:xfrm>
                    <a:off x="672120" y="869040"/>
                    <a:ext cx="95040" cy="80640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157" name="Rectangle 41"/>
                  <p:cNvSpPr/>
                  <p:nvPr/>
                </p:nvSpPr>
                <p:spPr>
                  <a:xfrm>
                    <a:off x="871920" y="869040"/>
                    <a:ext cx="95040" cy="80640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158" name="Rectangle 42"/>
                  <p:cNvSpPr/>
                  <p:nvPr/>
                </p:nvSpPr>
                <p:spPr>
                  <a:xfrm>
                    <a:off x="1073520" y="869040"/>
                    <a:ext cx="95040" cy="80640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</p:grpSp>
            <p:grpSp>
              <p:nvGrpSpPr>
                <p:cNvPr id="1159" name="Group 50"/>
                <p:cNvGrpSpPr/>
                <p:nvPr/>
              </p:nvGrpSpPr>
              <p:grpSpPr>
                <a:xfrm>
                  <a:off x="70200" y="1031040"/>
                  <a:ext cx="1098360" cy="80640"/>
                  <a:chOff x="70200" y="1031040"/>
                  <a:chExt cx="1098360" cy="80640"/>
                </a:xfrm>
              </p:grpSpPr>
              <p:sp>
                <p:nvSpPr>
                  <p:cNvPr id="1160" name="Rectangle 44"/>
                  <p:cNvSpPr/>
                  <p:nvPr/>
                </p:nvSpPr>
                <p:spPr>
                  <a:xfrm>
                    <a:off x="70200" y="1031040"/>
                    <a:ext cx="95040" cy="80640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161" name="Rectangle 45"/>
                  <p:cNvSpPr/>
                  <p:nvPr/>
                </p:nvSpPr>
                <p:spPr>
                  <a:xfrm>
                    <a:off x="270360" y="1031040"/>
                    <a:ext cx="93240" cy="80640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162" name="Rectangle 46"/>
                  <p:cNvSpPr/>
                  <p:nvPr/>
                </p:nvSpPr>
                <p:spPr>
                  <a:xfrm>
                    <a:off x="471960" y="1031040"/>
                    <a:ext cx="93240" cy="80640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163" name="Rectangle 47"/>
                  <p:cNvSpPr/>
                  <p:nvPr/>
                </p:nvSpPr>
                <p:spPr>
                  <a:xfrm>
                    <a:off x="672120" y="1031040"/>
                    <a:ext cx="95040" cy="80640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164" name="Rectangle 48"/>
                  <p:cNvSpPr/>
                  <p:nvPr/>
                </p:nvSpPr>
                <p:spPr>
                  <a:xfrm>
                    <a:off x="871920" y="1031040"/>
                    <a:ext cx="95040" cy="80640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165" name="Rectangle 49"/>
                  <p:cNvSpPr/>
                  <p:nvPr/>
                </p:nvSpPr>
                <p:spPr>
                  <a:xfrm>
                    <a:off x="1073520" y="1031040"/>
                    <a:ext cx="95040" cy="80640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</p:grpSp>
            <p:grpSp>
              <p:nvGrpSpPr>
                <p:cNvPr id="1166" name="Group 57"/>
                <p:cNvGrpSpPr/>
                <p:nvPr/>
              </p:nvGrpSpPr>
              <p:grpSpPr>
                <a:xfrm>
                  <a:off x="70200" y="1194120"/>
                  <a:ext cx="1098360" cy="80640"/>
                  <a:chOff x="70200" y="1194120"/>
                  <a:chExt cx="1098360" cy="80640"/>
                </a:xfrm>
              </p:grpSpPr>
              <p:sp>
                <p:nvSpPr>
                  <p:cNvPr id="1167" name="Rectangle 51"/>
                  <p:cNvSpPr/>
                  <p:nvPr/>
                </p:nvSpPr>
                <p:spPr>
                  <a:xfrm>
                    <a:off x="70200" y="1194120"/>
                    <a:ext cx="95040" cy="80640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168" name="Rectangle 52"/>
                  <p:cNvSpPr/>
                  <p:nvPr/>
                </p:nvSpPr>
                <p:spPr>
                  <a:xfrm>
                    <a:off x="270360" y="1194120"/>
                    <a:ext cx="93240" cy="80640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169" name="Rectangle 53"/>
                  <p:cNvSpPr/>
                  <p:nvPr/>
                </p:nvSpPr>
                <p:spPr>
                  <a:xfrm>
                    <a:off x="471960" y="1194120"/>
                    <a:ext cx="93240" cy="80640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170" name="Rectangle 54"/>
                  <p:cNvSpPr/>
                  <p:nvPr/>
                </p:nvSpPr>
                <p:spPr>
                  <a:xfrm>
                    <a:off x="672120" y="1194120"/>
                    <a:ext cx="95040" cy="80640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171" name="Rectangle 55"/>
                  <p:cNvSpPr/>
                  <p:nvPr/>
                </p:nvSpPr>
                <p:spPr>
                  <a:xfrm>
                    <a:off x="871920" y="1194120"/>
                    <a:ext cx="95040" cy="80640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172" name="Rectangle 56"/>
                  <p:cNvSpPr/>
                  <p:nvPr/>
                </p:nvSpPr>
                <p:spPr>
                  <a:xfrm>
                    <a:off x="1073520" y="1194120"/>
                    <a:ext cx="95040" cy="80640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</p:grpSp>
          </p:grpSp>
          <p:grpSp>
            <p:nvGrpSpPr>
              <p:cNvPr id="1173" name="Group 115"/>
              <p:cNvGrpSpPr/>
              <p:nvPr/>
            </p:nvGrpSpPr>
            <p:grpSpPr>
              <a:xfrm>
                <a:off x="7928280" y="3824280"/>
                <a:ext cx="1096560" cy="1215360"/>
                <a:chOff x="7928280" y="3824280"/>
                <a:chExt cx="1096560" cy="1215360"/>
              </a:xfrm>
            </p:grpSpPr>
            <p:grpSp>
              <p:nvGrpSpPr>
                <p:cNvPr id="1174" name="Group 65"/>
                <p:cNvGrpSpPr/>
                <p:nvPr/>
              </p:nvGrpSpPr>
              <p:grpSpPr>
                <a:xfrm>
                  <a:off x="7928280" y="3824280"/>
                  <a:ext cx="1096560" cy="80640"/>
                  <a:chOff x="7928280" y="3824280"/>
                  <a:chExt cx="1096560" cy="80640"/>
                </a:xfrm>
              </p:grpSpPr>
              <p:sp>
                <p:nvSpPr>
                  <p:cNvPr id="1175" name="Rectangle 59"/>
                  <p:cNvSpPr/>
                  <p:nvPr/>
                </p:nvSpPr>
                <p:spPr>
                  <a:xfrm>
                    <a:off x="7928280" y="3824280"/>
                    <a:ext cx="93240" cy="80640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176" name="Rectangle 60"/>
                  <p:cNvSpPr/>
                  <p:nvPr/>
                </p:nvSpPr>
                <p:spPr>
                  <a:xfrm>
                    <a:off x="8121960" y="3824280"/>
                    <a:ext cx="99720" cy="80640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177" name="Rectangle 61"/>
                  <p:cNvSpPr/>
                  <p:nvPr/>
                </p:nvSpPr>
                <p:spPr>
                  <a:xfrm>
                    <a:off x="8328240" y="3824280"/>
                    <a:ext cx="95040" cy="80640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178" name="Rectangle 62"/>
                  <p:cNvSpPr/>
                  <p:nvPr/>
                </p:nvSpPr>
                <p:spPr>
                  <a:xfrm>
                    <a:off x="8528400" y="3824280"/>
                    <a:ext cx="95040" cy="80640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179" name="Rectangle 63"/>
                  <p:cNvSpPr/>
                  <p:nvPr/>
                </p:nvSpPr>
                <p:spPr>
                  <a:xfrm>
                    <a:off x="8730000" y="3824280"/>
                    <a:ext cx="93240" cy="80640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180" name="Rectangle 64"/>
                  <p:cNvSpPr/>
                  <p:nvPr/>
                </p:nvSpPr>
                <p:spPr>
                  <a:xfrm>
                    <a:off x="8931600" y="3824280"/>
                    <a:ext cx="93240" cy="80640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</p:grpSp>
            <p:grpSp>
              <p:nvGrpSpPr>
                <p:cNvPr id="1181" name="Group 72"/>
                <p:cNvGrpSpPr/>
                <p:nvPr/>
              </p:nvGrpSpPr>
              <p:grpSpPr>
                <a:xfrm>
                  <a:off x="7928280" y="3983760"/>
                  <a:ext cx="1096560" cy="80640"/>
                  <a:chOff x="7928280" y="3983760"/>
                  <a:chExt cx="1096560" cy="80640"/>
                </a:xfrm>
              </p:grpSpPr>
              <p:sp>
                <p:nvSpPr>
                  <p:cNvPr id="1182" name="Rectangle 66"/>
                  <p:cNvSpPr/>
                  <p:nvPr/>
                </p:nvSpPr>
                <p:spPr>
                  <a:xfrm>
                    <a:off x="7928280" y="3983760"/>
                    <a:ext cx="93240" cy="80640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183" name="Rectangle 67"/>
                  <p:cNvSpPr/>
                  <p:nvPr/>
                </p:nvSpPr>
                <p:spPr>
                  <a:xfrm>
                    <a:off x="8121960" y="3983760"/>
                    <a:ext cx="99720" cy="80640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184" name="Rectangle 68"/>
                  <p:cNvSpPr/>
                  <p:nvPr/>
                </p:nvSpPr>
                <p:spPr>
                  <a:xfrm>
                    <a:off x="8328240" y="3983760"/>
                    <a:ext cx="95040" cy="80640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185" name="Rectangle 69"/>
                  <p:cNvSpPr/>
                  <p:nvPr/>
                </p:nvSpPr>
                <p:spPr>
                  <a:xfrm>
                    <a:off x="8528400" y="3983760"/>
                    <a:ext cx="95040" cy="80640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186" name="Rectangle 70"/>
                  <p:cNvSpPr/>
                  <p:nvPr/>
                </p:nvSpPr>
                <p:spPr>
                  <a:xfrm>
                    <a:off x="8730000" y="3983760"/>
                    <a:ext cx="93240" cy="80640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187" name="Rectangle 71"/>
                  <p:cNvSpPr/>
                  <p:nvPr/>
                </p:nvSpPr>
                <p:spPr>
                  <a:xfrm>
                    <a:off x="8931600" y="3983760"/>
                    <a:ext cx="93240" cy="80640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</p:grpSp>
            <p:grpSp>
              <p:nvGrpSpPr>
                <p:cNvPr id="1188" name="Group 79"/>
                <p:cNvGrpSpPr/>
                <p:nvPr/>
              </p:nvGrpSpPr>
              <p:grpSpPr>
                <a:xfrm>
                  <a:off x="7928280" y="4146840"/>
                  <a:ext cx="1096560" cy="80640"/>
                  <a:chOff x="7928280" y="4146840"/>
                  <a:chExt cx="1096560" cy="80640"/>
                </a:xfrm>
              </p:grpSpPr>
              <p:sp>
                <p:nvSpPr>
                  <p:cNvPr id="1189" name="Rectangle 73"/>
                  <p:cNvSpPr/>
                  <p:nvPr/>
                </p:nvSpPr>
                <p:spPr>
                  <a:xfrm>
                    <a:off x="7928280" y="4146840"/>
                    <a:ext cx="93240" cy="80640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190" name="Rectangle 74"/>
                  <p:cNvSpPr/>
                  <p:nvPr/>
                </p:nvSpPr>
                <p:spPr>
                  <a:xfrm>
                    <a:off x="8121960" y="4146840"/>
                    <a:ext cx="99720" cy="80640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191" name="Rectangle 75"/>
                  <p:cNvSpPr/>
                  <p:nvPr/>
                </p:nvSpPr>
                <p:spPr>
                  <a:xfrm>
                    <a:off x="8328240" y="4146840"/>
                    <a:ext cx="95040" cy="80640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192" name="Rectangle 76"/>
                  <p:cNvSpPr/>
                  <p:nvPr/>
                </p:nvSpPr>
                <p:spPr>
                  <a:xfrm>
                    <a:off x="8528400" y="4146840"/>
                    <a:ext cx="95040" cy="80640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193" name="Rectangle 77"/>
                  <p:cNvSpPr/>
                  <p:nvPr/>
                </p:nvSpPr>
                <p:spPr>
                  <a:xfrm>
                    <a:off x="8730000" y="4146840"/>
                    <a:ext cx="93240" cy="80640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194" name="Rectangle 78"/>
                  <p:cNvSpPr/>
                  <p:nvPr/>
                </p:nvSpPr>
                <p:spPr>
                  <a:xfrm>
                    <a:off x="8931600" y="4146840"/>
                    <a:ext cx="93240" cy="80640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</p:grpSp>
            <p:grpSp>
              <p:nvGrpSpPr>
                <p:cNvPr id="1195" name="Group 86"/>
                <p:cNvGrpSpPr/>
                <p:nvPr/>
              </p:nvGrpSpPr>
              <p:grpSpPr>
                <a:xfrm>
                  <a:off x="7928280" y="4309920"/>
                  <a:ext cx="1096560" cy="80640"/>
                  <a:chOff x="7928280" y="4309920"/>
                  <a:chExt cx="1096560" cy="80640"/>
                </a:xfrm>
              </p:grpSpPr>
              <p:sp>
                <p:nvSpPr>
                  <p:cNvPr id="1196" name="Rectangle 80"/>
                  <p:cNvSpPr/>
                  <p:nvPr/>
                </p:nvSpPr>
                <p:spPr>
                  <a:xfrm>
                    <a:off x="7928280" y="4309920"/>
                    <a:ext cx="93240" cy="80640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197" name="Rectangle 81"/>
                  <p:cNvSpPr/>
                  <p:nvPr/>
                </p:nvSpPr>
                <p:spPr>
                  <a:xfrm>
                    <a:off x="8121960" y="4309920"/>
                    <a:ext cx="99720" cy="80640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198" name="Rectangle 82"/>
                  <p:cNvSpPr/>
                  <p:nvPr/>
                </p:nvSpPr>
                <p:spPr>
                  <a:xfrm>
                    <a:off x="8328240" y="4309920"/>
                    <a:ext cx="95040" cy="80640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199" name="Rectangle 83"/>
                  <p:cNvSpPr/>
                  <p:nvPr/>
                </p:nvSpPr>
                <p:spPr>
                  <a:xfrm>
                    <a:off x="8528400" y="4309920"/>
                    <a:ext cx="95040" cy="80640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200" name="Rectangle 84"/>
                  <p:cNvSpPr/>
                  <p:nvPr/>
                </p:nvSpPr>
                <p:spPr>
                  <a:xfrm>
                    <a:off x="8730000" y="4309920"/>
                    <a:ext cx="93240" cy="80640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201" name="Rectangle 85"/>
                  <p:cNvSpPr/>
                  <p:nvPr/>
                </p:nvSpPr>
                <p:spPr>
                  <a:xfrm>
                    <a:off x="8931600" y="4309920"/>
                    <a:ext cx="93240" cy="80640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</p:grpSp>
            <p:grpSp>
              <p:nvGrpSpPr>
                <p:cNvPr id="1202" name="Group 93"/>
                <p:cNvGrpSpPr/>
                <p:nvPr/>
              </p:nvGrpSpPr>
              <p:grpSpPr>
                <a:xfrm>
                  <a:off x="7928280" y="4470840"/>
                  <a:ext cx="1096560" cy="80640"/>
                  <a:chOff x="7928280" y="4470840"/>
                  <a:chExt cx="1096560" cy="80640"/>
                </a:xfrm>
              </p:grpSpPr>
              <p:sp>
                <p:nvSpPr>
                  <p:cNvPr id="1203" name="Rectangle 87"/>
                  <p:cNvSpPr/>
                  <p:nvPr/>
                </p:nvSpPr>
                <p:spPr>
                  <a:xfrm>
                    <a:off x="7928280" y="4470840"/>
                    <a:ext cx="93240" cy="80640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204" name="Rectangle 88"/>
                  <p:cNvSpPr/>
                  <p:nvPr/>
                </p:nvSpPr>
                <p:spPr>
                  <a:xfrm>
                    <a:off x="8121960" y="4470840"/>
                    <a:ext cx="99720" cy="80640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205" name="Rectangle 89"/>
                  <p:cNvSpPr/>
                  <p:nvPr/>
                </p:nvSpPr>
                <p:spPr>
                  <a:xfrm>
                    <a:off x="8328240" y="4470840"/>
                    <a:ext cx="95040" cy="80640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206" name="Rectangle 90"/>
                  <p:cNvSpPr/>
                  <p:nvPr/>
                </p:nvSpPr>
                <p:spPr>
                  <a:xfrm>
                    <a:off x="8528400" y="4470840"/>
                    <a:ext cx="95040" cy="80640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207" name="Rectangle 91"/>
                  <p:cNvSpPr/>
                  <p:nvPr/>
                </p:nvSpPr>
                <p:spPr>
                  <a:xfrm>
                    <a:off x="8730000" y="4470840"/>
                    <a:ext cx="93240" cy="80640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208" name="Rectangle 92"/>
                  <p:cNvSpPr/>
                  <p:nvPr/>
                </p:nvSpPr>
                <p:spPr>
                  <a:xfrm>
                    <a:off x="8931600" y="4470840"/>
                    <a:ext cx="93240" cy="80640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</p:grpSp>
            <p:grpSp>
              <p:nvGrpSpPr>
                <p:cNvPr id="1209" name="Group 100"/>
                <p:cNvGrpSpPr/>
                <p:nvPr/>
              </p:nvGrpSpPr>
              <p:grpSpPr>
                <a:xfrm>
                  <a:off x="7928280" y="4633920"/>
                  <a:ext cx="1096560" cy="80640"/>
                  <a:chOff x="7928280" y="4633920"/>
                  <a:chExt cx="1096560" cy="80640"/>
                </a:xfrm>
              </p:grpSpPr>
              <p:sp>
                <p:nvSpPr>
                  <p:cNvPr id="1210" name="Rectangle 94"/>
                  <p:cNvSpPr/>
                  <p:nvPr/>
                </p:nvSpPr>
                <p:spPr>
                  <a:xfrm>
                    <a:off x="7928280" y="4633920"/>
                    <a:ext cx="93240" cy="80640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211" name="Rectangle 95"/>
                  <p:cNvSpPr/>
                  <p:nvPr/>
                </p:nvSpPr>
                <p:spPr>
                  <a:xfrm>
                    <a:off x="8121960" y="4633920"/>
                    <a:ext cx="99720" cy="80640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212" name="Rectangle 96"/>
                  <p:cNvSpPr/>
                  <p:nvPr/>
                </p:nvSpPr>
                <p:spPr>
                  <a:xfrm>
                    <a:off x="8328240" y="4633920"/>
                    <a:ext cx="95040" cy="80640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213" name="Rectangle 97"/>
                  <p:cNvSpPr/>
                  <p:nvPr/>
                </p:nvSpPr>
                <p:spPr>
                  <a:xfrm>
                    <a:off x="8528400" y="4633920"/>
                    <a:ext cx="95040" cy="80640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214" name="Rectangle 98"/>
                  <p:cNvSpPr/>
                  <p:nvPr/>
                </p:nvSpPr>
                <p:spPr>
                  <a:xfrm>
                    <a:off x="8730000" y="4633920"/>
                    <a:ext cx="93240" cy="80640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215" name="Rectangle 99"/>
                  <p:cNvSpPr/>
                  <p:nvPr/>
                </p:nvSpPr>
                <p:spPr>
                  <a:xfrm>
                    <a:off x="8931600" y="4633920"/>
                    <a:ext cx="93240" cy="80640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</p:grpSp>
            <p:grpSp>
              <p:nvGrpSpPr>
                <p:cNvPr id="1216" name="Group 107"/>
                <p:cNvGrpSpPr/>
                <p:nvPr/>
              </p:nvGrpSpPr>
              <p:grpSpPr>
                <a:xfrm>
                  <a:off x="7928280" y="4795920"/>
                  <a:ext cx="1096560" cy="80640"/>
                  <a:chOff x="7928280" y="4795920"/>
                  <a:chExt cx="1096560" cy="80640"/>
                </a:xfrm>
              </p:grpSpPr>
              <p:sp>
                <p:nvSpPr>
                  <p:cNvPr id="1217" name="Rectangle 101"/>
                  <p:cNvSpPr/>
                  <p:nvPr/>
                </p:nvSpPr>
                <p:spPr>
                  <a:xfrm>
                    <a:off x="7928280" y="4795920"/>
                    <a:ext cx="93240" cy="80640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218" name="Rectangle 102"/>
                  <p:cNvSpPr/>
                  <p:nvPr/>
                </p:nvSpPr>
                <p:spPr>
                  <a:xfrm>
                    <a:off x="8121960" y="4795920"/>
                    <a:ext cx="99720" cy="80640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219" name="Rectangle 103"/>
                  <p:cNvSpPr/>
                  <p:nvPr/>
                </p:nvSpPr>
                <p:spPr>
                  <a:xfrm>
                    <a:off x="8328240" y="4795920"/>
                    <a:ext cx="95040" cy="80640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220" name="Rectangle 104"/>
                  <p:cNvSpPr/>
                  <p:nvPr/>
                </p:nvSpPr>
                <p:spPr>
                  <a:xfrm>
                    <a:off x="8528400" y="4795920"/>
                    <a:ext cx="95040" cy="80640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221" name="Rectangle 105"/>
                  <p:cNvSpPr/>
                  <p:nvPr/>
                </p:nvSpPr>
                <p:spPr>
                  <a:xfrm>
                    <a:off x="8730000" y="4795920"/>
                    <a:ext cx="93240" cy="80640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222" name="Rectangle 106"/>
                  <p:cNvSpPr/>
                  <p:nvPr/>
                </p:nvSpPr>
                <p:spPr>
                  <a:xfrm>
                    <a:off x="8931600" y="4795920"/>
                    <a:ext cx="93240" cy="80640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</p:grpSp>
            <p:grpSp>
              <p:nvGrpSpPr>
                <p:cNvPr id="1223" name="Group 114"/>
                <p:cNvGrpSpPr/>
                <p:nvPr/>
              </p:nvGrpSpPr>
              <p:grpSpPr>
                <a:xfrm>
                  <a:off x="7928280" y="4959000"/>
                  <a:ext cx="1096560" cy="80640"/>
                  <a:chOff x="7928280" y="4959000"/>
                  <a:chExt cx="1096560" cy="80640"/>
                </a:xfrm>
              </p:grpSpPr>
              <p:sp>
                <p:nvSpPr>
                  <p:cNvPr id="1224" name="Rectangle 108"/>
                  <p:cNvSpPr/>
                  <p:nvPr/>
                </p:nvSpPr>
                <p:spPr>
                  <a:xfrm>
                    <a:off x="7928280" y="4959000"/>
                    <a:ext cx="93240" cy="80640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225" name="Rectangle 109"/>
                  <p:cNvSpPr/>
                  <p:nvPr/>
                </p:nvSpPr>
                <p:spPr>
                  <a:xfrm>
                    <a:off x="8121960" y="4959000"/>
                    <a:ext cx="99720" cy="80640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226" name="Rectangle 110"/>
                  <p:cNvSpPr/>
                  <p:nvPr/>
                </p:nvSpPr>
                <p:spPr>
                  <a:xfrm>
                    <a:off x="8328240" y="4959000"/>
                    <a:ext cx="95040" cy="80640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227" name="Rectangle 111"/>
                  <p:cNvSpPr/>
                  <p:nvPr/>
                </p:nvSpPr>
                <p:spPr>
                  <a:xfrm>
                    <a:off x="8528400" y="4959000"/>
                    <a:ext cx="95040" cy="80640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228" name="Rectangle 112"/>
                  <p:cNvSpPr/>
                  <p:nvPr/>
                </p:nvSpPr>
                <p:spPr>
                  <a:xfrm>
                    <a:off x="8730000" y="4959000"/>
                    <a:ext cx="93240" cy="80640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229" name="Rectangle 113"/>
                  <p:cNvSpPr/>
                  <p:nvPr/>
                </p:nvSpPr>
                <p:spPr>
                  <a:xfrm>
                    <a:off x="8931600" y="4959000"/>
                    <a:ext cx="93240" cy="80640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</p:grpSp>
          </p:grpSp>
        </p:grpSp>
        <p:sp>
          <p:nvSpPr>
            <p:cNvPr id="1230" name="Rectangle 117"/>
            <p:cNvSpPr/>
            <p:nvPr/>
          </p:nvSpPr>
          <p:spPr>
            <a:xfrm>
              <a:off x="464040" y="361800"/>
              <a:ext cx="8216280" cy="441936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/>
            </a:ln>
            <a:effectLst>
              <a:outerShdw blurRad="63360" dir="2700000" dist="71785" rotWithShape="0">
                <a:srgbClr val="232323">
                  <a:alpha val="7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numCol="1" spcCol="0" lIns="45720" rIns="45720" anchor="ctr">
              <a:noAutofit/>
            </a:bodyPr>
            <a:p>
              <a:pPr defTabSz="685800">
                <a:lnSpc>
                  <a:spcPct val="100000"/>
                </a:lnSpc>
                <a:tabLst>
                  <a:tab algn="l" pos="0"/>
                </a:tabLst>
              </a:pPr>
              <a:endPara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</p:grpSp>
      <p:pic>
        <p:nvPicPr>
          <p:cNvPr id="1231" name="Picture 121" descr="Picture 121"/>
          <p:cNvPicPr/>
          <p:nvPr/>
        </p:nvPicPr>
        <p:blipFill>
          <a:blip r:embed="rId2"/>
          <a:stretch/>
        </p:blipFill>
        <p:spPr>
          <a:xfrm>
            <a:off x="622800" y="4245840"/>
            <a:ext cx="977040" cy="440280"/>
          </a:xfrm>
          <a:prstGeom prst="rect">
            <a:avLst/>
          </a:prstGeom>
          <a:noFill/>
          <a:ln w="12700">
            <a:noFill/>
          </a:ln>
        </p:spPr>
      </p:pic>
      <p:sp>
        <p:nvSpPr>
          <p:cNvPr id="1232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12600">
            <a:noFill/>
          </a:ln>
        </p:spPr>
        <p:txBody>
          <a:bodyPr lIns="44280" rIns="44280" tIns="44280" bIns="44280" anchor="ctr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lang="en-US" sz="27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Title Text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233" name="PlaceHolder 2"/>
          <p:cNvSpPr>
            <a:spLocks noGrp="1"/>
          </p:cNvSpPr>
          <p:nvPr>
            <p:ph type="body"/>
          </p:nvPr>
        </p:nvSpPr>
        <p:spPr>
          <a:xfrm>
            <a:off x="457200" y="1151280"/>
            <a:ext cx="4039560" cy="479520"/>
          </a:xfrm>
          <a:prstGeom prst="rect">
            <a:avLst/>
          </a:prstGeom>
          <a:noFill/>
          <a:ln w="12600">
            <a:noFill/>
          </a:ln>
        </p:spPr>
        <p:txBody>
          <a:bodyPr lIns="44280" rIns="44280" tIns="44280" bIns="44280" anchor="b">
            <a:noAutofit/>
          </a:bodyPr>
          <a:p>
            <a:pPr indent="0" defTabSz="914400">
              <a:lnSpc>
                <a:spcPct val="90000"/>
              </a:lnSpc>
              <a:spcBef>
                <a:spcPts val="601"/>
              </a:spcBef>
              <a:buNone/>
              <a:tabLst>
                <a:tab algn="l" pos="0"/>
              </a:tabLst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Body Level One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601"/>
              </a:spcBef>
              <a:buNone/>
              <a:tabLst>
                <a:tab algn="l" pos="0"/>
              </a:tabLst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Body Level Two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601"/>
              </a:spcBef>
              <a:buNone/>
              <a:tabLst>
                <a:tab algn="l" pos="0"/>
              </a:tabLst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Body Level Three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601"/>
              </a:spcBef>
              <a:buNone/>
              <a:tabLst>
                <a:tab algn="l" pos="0"/>
              </a:tabLst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Body Level Four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601"/>
              </a:spcBef>
              <a:buNone/>
              <a:tabLst>
                <a:tab algn="l" pos="0"/>
              </a:tabLst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Body Level Five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234" name="PlaceHolder 3"/>
          <p:cNvSpPr>
            <a:spLocks noGrp="1"/>
          </p:cNvSpPr>
          <p:nvPr>
            <p:ph type="body"/>
          </p:nvPr>
        </p:nvSpPr>
        <p:spPr>
          <a:xfrm>
            <a:off x="4645440" y="1151280"/>
            <a:ext cx="4041000" cy="479520"/>
          </a:xfrm>
          <a:prstGeom prst="rect">
            <a:avLst/>
          </a:prstGeom>
          <a:noFill/>
          <a:ln w="12600">
            <a:noFill/>
          </a:ln>
        </p:spPr>
        <p:txBody>
          <a:bodyPr lIns="44280" rIns="44280" tIns="44280" bIns="44280" anchor="b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Second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Third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Fourth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Fifth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Sixth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Seventh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235" name="PlaceHolder 4"/>
          <p:cNvSpPr>
            <a:spLocks noGrp="1"/>
          </p:cNvSpPr>
          <p:nvPr>
            <p:ph type="sldNum" idx="13"/>
          </p:nvPr>
        </p:nvSpPr>
        <p:spPr>
          <a:xfrm>
            <a:off x="4419720" y="4627440"/>
            <a:ext cx="2133360" cy="279000"/>
          </a:xfrm>
          <a:prstGeom prst="rect">
            <a:avLst/>
          </a:prstGeom>
          <a:noFill/>
          <a:ln w="12600">
            <a:noFill/>
          </a:ln>
        </p:spPr>
        <p:txBody>
          <a:bodyPr lIns="45720" rIns="45720" tIns="45000" bIns="4500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D9DF9636-34FF-46A9-A5A5-18E6EE9860C5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6" name="IETF Hackathon - &lt;Project name&gt;" hidden="1"/>
          <p:cNvSpPr/>
          <p:nvPr/>
        </p:nvSpPr>
        <p:spPr>
          <a:xfrm>
            <a:off x="3045600" y="4731480"/>
            <a:ext cx="2763360" cy="29412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45720" rIns="45720" tIns="45000" bIns="45000" anchor="t">
            <a:sp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lang="en-US" sz="1400" b="0" u="none" strike="noStrike">
                <a:solidFill>
                  <a:srgbClr val="535353"/>
                </a:solidFill>
                <a:effectLst/>
                <a:uFillTx/>
                <a:latin typeface="Calibri"/>
                <a:ea typeface="Calibri"/>
              </a:rPr>
              <a:t>IETF Hackathon - &lt;Project name&gt;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237" name="Group 118"/>
          <p:cNvGrpSpPr/>
          <p:nvPr/>
        </p:nvGrpSpPr>
        <p:grpSpPr>
          <a:xfrm>
            <a:off x="70200" y="59400"/>
            <a:ext cx="8954640" cy="4980240"/>
            <a:chOff x="70200" y="59400"/>
            <a:chExt cx="8954640" cy="4980240"/>
          </a:xfrm>
        </p:grpSpPr>
        <p:grpSp>
          <p:nvGrpSpPr>
            <p:cNvPr id="1238" name="Group 116"/>
            <p:cNvGrpSpPr/>
            <p:nvPr/>
          </p:nvGrpSpPr>
          <p:grpSpPr>
            <a:xfrm>
              <a:off x="70200" y="59400"/>
              <a:ext cx="8954640" cy="4980240"/>
              <a:chOff x="70200" y="59400"/>
              <a:chExt cx="8954640" cy="4980240"/>
            </a:xfrm>
          </p:grpSpPr>
          <p:grpSp>
            <p:nvGrpSpPr>
              <p:cNvPr id="1239" name="Group 58"/>
              <p:cNvGrpSpPr/>
              <p:nvPr/>
            </p:nvGrpSpPr>
            <p:grpSpPr>
              <a:xfrm>
                <a:off x="70200" y="59400"/>
                <a:ext cx="1098360" cy="1215360"/>
                <a:chOff x="70200" y="59400"/>
                <a:chExt cx="1098360" cy="1215360"/>
              </a:xfrm>
            </p:grpSpPr>
            <p:grpSp>
              <p:nvGrpSpPr>
                <p:cNvPr id="1240" name="Group 8"/>
                <p:cNvGrpSpPr/>
                <p:nvPr/>
              </p:nvGrpSpPr>
              <p:grpSpPr>
                <a:xfrm>
                  <a:off x="70200" y="59400"/>
                  <a:ext cx="1098360" cy="80640"/>
                  <a:chOff x="70200" y="59400"/>
                  <a:chExt cx="1098360" cy="80640"/>
                </a:xfrm>
              </p:grpSpPr>
              <p:sp>
                <p:nvSpPr>
                  <p:cNvPr id="1241" name="Rectangle 2"/>
                  <p:cNvSpPr/>
                  <p:nvPr/>
                </p:nvSpPr>
                <p:spPr>
                  <a:xfrm>
                    <a:off x="70200" y="59400"/>
                    <a:ext cx="95040" cy="80640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242" name="Rectangle 3"/>
                  <p:cNvSpPr/>
                  <p:nvPr/>
                </p:nvSpPr>
                <p:spPr>
                  <a:xfrm>
                    <a:off x="270360" y="59400"/>
                    <a:ext cx="93240" cy="80640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243" name="Rectangle 4"/>
                  <p:cNvSpPr/>
                  <p:nvPr/>
                </p:nvSpPr>
                <p:spPr>
                  <a:xfrm>
                    <a:off x="471960" y="59400"/>
                    <a:ext cx="93240" cy="80640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244" name="Rectangle 5"/>
                  <p:cNvSpPr/>
                  <p:nvPr/>
                </p:nvSpPr>
                <p:spPr>
                  <a:xfrm>
                    <a:off x="672120" y="59400"/>
                    <a:ext cx="95040" cy="80640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245" name="Rectangle 6"/>
                  <p:cNvSpPr/>
                  <p:nvPr/>
                </p:nvSpPr>
                <p:spPr>
                  <a:xfrm>
                    <a:off x="871920" y="59400"/>
                    <a:ext cx="95040" cy="80640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246" name="Rectangle 7"/>
                  <p:cNvSpPr/>
                  <p:nvPr/>
                </p:nvSpPr>
                <p:spPr>
                  <a:xfrm>
                    <a:off x="1073520" y="59400"/>
                    <a:ext cx="95040" cy="80640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</p:grpSp>
            <p:grpSp>
              <p:nvGrpSpPr>
                <p:cNvPr id="1247" name="Group 15"/>
                <p:cNvGrpSpPr/>
                <p:nvPr/>
              </p:nvGrpSpPr>
              <p:grpSpPr>
                <a:xfrm>
                  <a:off x="70200" y="219240"/>
                  <a:ext cx="1098360" cy="80640"/>
                  <a:chOff x="70200" y="219240"/>
                  <a:chExt cx="1098360" cy="80640"/>
                </a:xfrm>
              </p:grpSpPr>
              <p:sp>
                <p:nvSpPr>
                  <p:cNvPr id="1248" name="Rectangle 9"/>
                  <p:cNvSpPr/>
                  <p:nvPr/>
                </p:nvSpPr>
                <p:spPr>
                  <a:xfrm>
                    <a:off x="70200" y="219240"/>
                    <a:ext cx="95040" cy="80640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249" name="Rectangle 10"/>
                  <p:cNvSpPr/>
                  <p:nvPr/>
                </p:nvSpPr>
                <p:spPr>
                  <a:xfrm>
                    <a:off x="270360" y="219240"/>
                    <a:ext cx="93240" cy="80640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250" name="Rectangle 11"/>
                  <p:cNvSpPr/>
                  <p:nvPr/>
                </p:nvSpPr>
                <p:spPr>
                  <a:xfrm>
                    <a:off x="471960" y="219240"/>
                    <a:ext cx="93240" cy="80640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251" name="Rectangle 12"/>
                  <p:cNvSpPr/>
                  <p:nvPr/>
                </p:nvSpPr>
                <p:spPr>
                  <a:xfrm>
                    <a:off x="672120" y="219240"/>
                    <a:ext cx="95040" cy="80640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252" name="Rectangle 13"/>
                  <p:cNvSpPr/>
                  <p:nvPr/>
                </p:nvSpPr>
                <p:spPr>
                  <a:xfrm>
                    <a:off x="871920" y="219240"/>
                    <a:ext cx="95040" cy="80640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253" name="Rectangle 14"/>
                  <p:cNvSpPr/>
                  <p:nvPr/>
                </p:nvSpPr>
                <p:spPr>
                  <a:xfrm>
                    <a:off x="1073520" y="219240"/>
                    <a:ext cx="95040" cy="80640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</p:grpSp>
            <p:grpSp>
              <p:nvGrpSpPr>
                <p:cNvPr id="1254" name="Group 22"/>
                <p:cNvGrpSpPr/>
                <p:nvPr/>
              </p:nvGrpSpPr>
              <p:grpSpPr>
                <a:xfrm>
                  <a:off x="70200" y="382320"/>
                  <a:ext cx="1098360" cy="80640"/>
                  <a:chOff x="70200" y="382320"/>
                  <a:chExt cx="1098360" cy="80640"/>
                </a:xfrm>
              </p:grpSpPr>
              <p:sp>
                <p:nvSpPr>
                  <p:cNvPr id="1255" name="Rectangle 16"/>
                  <p:cNvSpPr/>
                  <p:nvPr/>
                </p:nvSpPr>
                <p:spPr>
                  <a:xfrm>
                    <a:off x="70200" y="382320"/>
                    <a:ext cx="95040" cy="80640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256" name="Rectangle 17"/>
                  <p:cNvSpPr/>
                  <p:nvPr/>
                </p:nvSpPr>
                <p:spPr>
                  <a:xfrm>
                    <a:off x="270360" y="382320"/>
                    <a:ext cx="93240" cy="80640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257" name="Rectangle 18"/>
                  <p:cNvSpPr/>
                  <p:nvPr/>
                </p:nvSpPr>
                <p:spPr>
                  <a:xfrm>
                    <a:off x="471960" y="382320"/>
                    <a:ext cx="93240" cy="80640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258" name="Rectangle 19"/>
                  <p:cNvSpPr/>
                  <p:nvPr/>
                </p:nvSpPr>
                <p:spPr>
                  <a:xfrm>
                    <a:off x="672120" y="382320"/>
                    <a:ext cx="95040" cy="80640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259" name="Rectangle 20"/>
                  <p:cNvSpPr/>
                  <p:nvPr/>
                </p:nvSpPr>
                <p:spPr>
                  <a:xfrm>
                    <a:off x="871920" y="382320"/>
                    <a:ext cx="95040" cy="80640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260" name="Rectangle 21"/>
                  <p:cNvSpPr/>
                  <p:nvPr/>
                </p:nvSpPr>
                <p:spPr>
                  <a:xfrm>
                    <a:off x="1073520" y="382320"/>
                    <a:ext cx="95040" cy="80640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</p:grpSp>
            <p:grpSp>
              <p:nvGrpSpPr>
                <p:cNvPr id="1261" name="Group 29"/>
                <p:cNvGrpSpPr/>
                <p:nvPr/>
              </p:nvGrpSpPr>
              <p:grpSpPr>
                <a:xfrm>
                  <a:off x="70200" y="545400"/>
                  <a:ext cx="1098360" cy="80640"/>
                  <a:chOff x="70200" y="545400"/>
                  <a:chExt cx="1098360" cy="80640"/>
                </a:xfrm>
              </p:grpSpPr>
              <p:sp>
                <p:nvSpPr>
                  <p:cNvPr id="1262" name="Rectangle 23"/>
                  <p:cNvSpPr/>
                  <p:nvPr/>
                </p:nvSpPr>
                <p:spPr>
                  <a:xfrm>
                    <a:off x="70200" y="545400"/>
                    <a:ext cx="95040" cy="80640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263" name="Rectangle 24"/>
                  <p:cNvSpPr/>
                  <p:nvPr/>
                </p:nvSpPr>
                <p:spPr>
                  <a:xfrm>
                    <a:off x="270360" y="545400"/>
                    <a:ext cx="93240" cy="80640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264" name="Rectangle 25"/>
                  <p:cNvSpPr/>
                  <p:nvPr/>
                </p:nvSpPr>
                <p:spPr>
                  <a:xfrm>
                    <a:off x="471960" y="545400"/>
                    <a:ext cx="93240" cy="80640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265" name="Rectangle 26"/>
                  <p:cNvSpPr/>
                  <p:nvPr/>
                </p:nvSpPr>
                <p:spPr>
                  <a:xfrm>
                    <a:off x="672120" y="545400"/>
                    <a:ext cx="95040" cy="80640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266" name="Rectangle 27"/>
                  <p:cNvSpPr/>
                  <p:nvPr/>
                </p:nvSpPr>
                <p:spPr>
                  <a:xfrm>
                    <a:off x="871920" y="545400"/>
                    <a:ext cx="95040" cy="80640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267" name="Rectangle 28"/>
                  <p:cNvSpPr/>
                  <p:nvPr/>
                </p:nvSpPr>
                <p:spPr>
                  <a:xfrm>
                    <a:off x="1073520" y="545400"/>
                    <a:ext cx="95040" cy="80640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</p:grpSp>
            <p:grpSp>
              <p:nvGrpSpPr>
                <p:cNvPr id="1268" name="Group 36"/>
                <p:cNvGrpSpPr/>
                <p:nvPr/>
              </p:nvGrpSpPr>
              <p:grpSpPr>
                <a:xfrm>
                  <a:off x="70200" y="705960"/>
                  <a:ext cx="1098360" cy="80640"/>
                  <a:chOff x="70200" y="705960"/>
                  <a:chExt cx="1098360" cy="80640"/>
                </a:xfrm>
              </p:grpSpPr>
              <p:sp>
                <p:nvSpPr>
                  <p:cNvPr id="1269" name="Rectangle 30"/>
                  <p:cNvSpPr/>
                  <p:nvPr/>
                </p:nvSpPr>
                <p:spPr>
                  <a:xfrm>
                    <a:off x="70200" y="705960"/>
                    <a:ext cx="95040" cy="80640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270" name="Rectangle 31"/>
                  <p:cNvSpPr/>
                  <p:nvPr/>
                </p:nvSpPr>
                <p:spPr>
                  <a:xfrm>
                    <a:off x="270360" y="705960"/>
                    <a:ext cx="93240" cy="80640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271" name="Rectangle 32"/>
                  <p:cNvSpPr/>
                  <p:nvPr/>
                </p:nvSpPr>
                <p:spPr>
                  <a:xfrm>
                    <a:off x="471960" y="705960"/>
                    <a:ext cx="93240" cy="80640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272" name="Rectangle 33"/>
                  <p:cNvSpPr/>
                  <p:nvPr/>
                </p:nvSpPr>
                <p:spPr>
                  <a:xfrm>
                    <a:off x="672120" y="705960"/>
                    <a:ext cx="95040" cy="80640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273" name="Rectangle 34"/>
                  <p:cNvSpPr/>
                  <p:nvPr/>
                </p:nvSpPr>
                <p:spPr>
                  <a:xfrm>
                    <a:off x="871920" y="705960"/>
                    <a:ext cx="95040" cy="80640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274" name="Rectangle 35"/>
                  <p:cNvSpPr/>
                  <p:nvPr/>
                </p:nvSpPr>
                <p:spPr>
                  <a:xfrm>
                    <a:off x="1073520" y="705960"/>
                    <a:ext cx="95040" cy="80640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</p:grpSp>
            <p:grpSp>
              <p:nvGrpSpPr>
                <p:cNvPr id="1275" name="Group 43"/>
                <p:cNvGrpSpPr/>
                <p:nvPr/>
              </p:nvGrpSpPr>
              <p:grpSpPr>
                <a:xfrm>
                  <a:off x="70200" y="869040"/>
                  <a:ext cx="1098360" cy="80640"/>
                  <a:chOff x="70200" y="869040"/>
                  <a:chExt cx="1098360" cy="80640"/>
                </a:xfrm>
              </p:grpSpPr>
              <p:sp>
                <p:nvSpPr>
                  <p:cNvPr id="1276" name="Rectangle 37"/>
                  <p:cNvSpPr/>
                  <p:nvPr/>
                </p:nvSpPr>
                <p:spPr>
                  <a:xfrm>
                    <a:off x="70200" y="869040"/>
                    <a:ext cx="95040" cy="80640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277" name="Rectangle 38"/>
                  <p:cNvSpPr/>
                  <p:nvPr/>
                </p:nvSpPr>
                <p:spPr>
                  <a:xfrm>
                    <a:off x="270360" y="869040"/>
                    <a:ext cx="93240" cy="80640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278" name="Rectangle 39"/>
                  <p:cNvSpPr/>
                  <p:nvPr/>
                </p:nvSpPr>
                <p:spPr>
                  <a:xfrm>
                    <a:off x="471960" y="869040"/>
                    <a:ext cx="93240" cy="80640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279" name="Rectangle 40"/>
                  <p:cNvSpPr/>
                  <p:nvPr/>
                </p:nvSpPr>
                <p:spPr>
                  <a:xfrm>
                    <a:off x="672120" y="869040"/>
                    <a:ext cx="95040" cy="80640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280" name="Rectangle 41"/>
                  <p:cNvSpPr/>
                  <p:nvPr/>
                </p:nvSpPr>
                <p:spPr>
                  <a:xfrm>
                    <a:off x="871920" y="869040"/>
                    <a:ext cx="95040" cy="80640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281" name="Rectangle 42"/>
                  <p:cNvSpPr/>
                  <p:nvPr/>
                </p:nvSpPr>
                <p:spPr>
                  <a:xfrm>
                    <a:off x="1073520" y="869040"/>
                    <a:ext cx="95040" cy="80640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</p:grpSp>
            <p:grpSp>
              <p:nvGrpSpPr>
                <p:cNvPr id="1282" name="Group 50"/>
                <p:cNvGrpSpPr/>
                <p:nvPr/>
              </p:nvGrpSpPr>
              <p:grpSpPr>
                <a:xfrm>
                  <a:off x="70200" y="1031040"/>
                  <a:ext cx="1098360" cy="80640"/>
                  <a:chOff x="70200" y="1031040"/>
                  <a:chExt cx="1098360" cy="80640"/>
                </a:xfrm>
              </p:grpSpPr>
              <p:sp>
                <p:nvSpPr>
                  <p:cNvPr id="1283" name="Rectangle 44"/>
                  <p:cNvSpPr/>
                  <p:nvPr/>
                </p:nvSpPr>
                <p:spPr>
                  <a:xfrm>
                    <a:off x="70200" y="1031040"/>
                    <a:ext cx="95040" cy="80640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284" name="Rectangle 45"/>
                  <p:cNvSpPr/>
                  <p:nvPr/>
                </p:nvSpPr>
                <p:spPr>
                  <a:xfrm>
                    <a:off x="270360" y="1031040"/>
                    <a:ext cx="93240" cy="80640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285" name="Rectangle 46"/>
                  <p:cNvSpPr/>
                  <p:nvPr/>
                </p:nvSpPr>
                <p:spPr>
                  <a:xfrm>
                    <a:off x="471960" y="1031040"/>
                    <a:ext cx="93240" cy="80640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286" name="Rectangle 47"/>
                  <p:cNvSpPr/>
                  <p:nvPr/>
                </p:nvSpPr>
                <p:spPr>
                  <a:xfrm>
                    <a:off x="672120" y="1031040"/>
                    <a:ext cx="95040" cy="80640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287" name="Rectangle 48"/>
                  <p:cNvSpPr/>
                  <p:nvPr/>
                </p:nvSpPr>
                <p:spPr>
                  <a:xfrm>
                    <a:off x="871920" y="1031040"/>
                    <a:ext cx="95040" cy="80640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288" name="Rectangle 49"/>
                  <p:cNvSpPr/>
                  <p:nvPr/>
                </p:nvSpPr>
                <p:spPr>
                  <a:xfrm>
                    <a:off x="1073520" y="1031040"/>
                    <a:ext cx="95040" cy="80640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</p:grpSp>
            <p:grpSp>
              <p:nvGrpSpPr>
                <p:cNvPr id="1289" name="Group 57"/>
                <p:cNvGrpSpPr/>
                <p:nvPr/>
              </p:nvGrpSpPr>
              <p:grpSpPr>
                <a:xfrm>
                  <a:off x="70200" y="1194120"/>
                  <a:ext cx="1098360" cy="80640"/>
                  <a:chOff x="70200" y="1194120"/>
                  <a:chExt cx="1098360" cy="80640"/>
                </a:xfrm>
              </p:grpSpPr>
              <p:sp>
                <p:nvSpPr>
                  <p:cNvPr id="1290" name="Rectangle 51"/>
                  <p:cNvSpPr/>
                  <p:nvPr/>
                </p:nvSpPr>
                <p:spPr>
                  <a:xfrm>
                    <a:off x="70200" y="1194120"/>
                    <a:ext cx="95040" cy="80640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291" name="Rectangle 52"/>
                  <p:cNvSpPr/>
                  <p:nvPr/>
                </p:nvSpPr>
                <p:spPr>
                  <a:xfrm>
                    <a:off x="270360" y="1194120"/>
                    <a:ext cx="93240" cy="80640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292" name="Rectangle 53"/>
                  <p:cNvSpPr/>
                  <p:nvPr/>
                </p:nvSpPr>
                <p:spPr>
                  <a:xfrm>
                    <a:off x="471960" y="1194120"/>
                    <a:ext cx="93240" cy="80640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293" name="Rectangle 54"/>
                  <p:cNvSpPr/>
                  <p:nvPr/>
                </p:nvSpPr>
                <p:spPr>
                  <a:xfrm>
                    <a:off x="672120" y="1194120"/>
                    <a:ext cx="95040" cy="80640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294" name="Rectangle 55"/>
                  <p:cNvSpPr/>
                  <p:nvPr/>
                </p:nvSpPr>
                <p:spPr>
                  <a:xfrm>
                    <a:off x="871920" y="1194120"/>
                    <a:ext cx="95040" cy="80640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295" name="Rectangle 56"/>
                  <p:cNvSpPr/>
                  <p:nvPr/>
                </p:nvSpPr>
                <p:spPr>
                  <a:xfrm>
                    <a:off x="1073520" y="1194120"/>
                    <a:ext cx="95040" cy="80640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</p:grpSp>
          </p:grpSp>
          <p:grpSp>
            <p:nvGrpSpPr>
              <p:cNvPr id="1296" name="Group 115"/>
              <p:cNvGrpSpPr/>
              <p:nvPr/>
            </p:nvGrpSpPr>
            <p:grpSpPr>
              <a:xfrm>
                <a:off x="7928280" y="3824280"/>
                <a:ext cx="1096560" cy="1215360"/>
                <a:chOff x="7928280" y="3824280"/>
                <a:chExt cx="1096560" cy="1215360"/>
              </a:xfrm>
            </p:grpSpPr>
            <p:grpSp>
              <p:nvGrpSpPr>
                <p:cNvPr id="1297" name="Group 65"/>
                <p:cNvGrpSpPr/>
                <p:nvPr/>
              </p:nvGrpSpPr>
              <p:grpSpPr>
                <a:xfrm>
                  <a:off x="7928280" y="3824280"/>
                  <a:ext cx="1096560" cy="80640"/>
                  <a:chOff x="7928280" y="3824280"/>
                  <a:chExt cx="1096560" cy="80640"/>
                </a:xfrm>
              </p:grpSpPr>
              <p:sp>
                <p:nvSpPr>
                  <p:cNvPr id="1298" name="Rectangle 59"/>
                  <p:cNvSpPr/>
                  <p:nvPr/>
                </p:nvSpPr>
                <p:spPr>
                  <a:xfrm>
                    <a:off x="7928280" y="3824280"/>
                    <a:ext cx="93240" cy="80640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299" name="Rectangle 60"/>
                  <p:cNvSpPr/>
                  <p:nvPr/>
                </p:nvSpPr>
                <p:spPr>
                  <a:xfrm>
                    <a:off x="8121960" y="3824280"/>
                    <a:ext cx="99720" cy="80640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300" name="Rectangle 61"/>
                  <p:cNvSpPr/>
                  <p:nvPr/>
                </p:nvSpPr>
                <p:spPr>
                  <a:xfrm>
                    <a:off x="8328240" y="3824280"/>
                    <a:ext cx="95040" cy="80640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301" name="Rectangle 62"/>
                  <p:cNvSpPr/>
                  <p:nvPr/>
                </p:nvSpPr>
                <p:spPr>
                  <a:xfrm>
                    <a:off x="8528400" y="3824280"/>
                    <a:ext cx="95040" cy="80640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302" name="Rectangle 63"/>
                  <p:cNvSpPr/>
                  <p:nvPr/>
                </p:nvSpPr>
                <p:spPr>
                  <a:xfrm>
                    <a:off x="8730000" y="3824280"/>
                    <a:ext cx="93240" cy="80640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303" name="Rectangle 64"/>
                  <p:cNvSpPr/>
                  <p:nvPr/>
                </p:nvSpPr>
                <p:spPr>
                  <a:xfrm>
                    <a:off x="8931600" y="3824280"/>
                    <a:ext cx="93240" cy="80640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</p:grpSp>
            <p:grpSp>
              <p:nvGrpSpPr>
                <p:cNvPr id="1304" name="Group 72"/>
                <p:cNvGrpSpPr/>
                <p:nvPr/>
              </p:nvGrpSpPr>
              <p:grpSpPr>
                <a:xfrm>
                  <a:off x="7928280" y="3983760"/>
                  <a:ext cx="1096560" cy="80640"/>
                  <a:chOff x="7928280" y="3983760"/>
                  <a:chExt cx="1096560" cy="80640"/>
                </a:xfrm>
              </p:grpSpPr>
              <p:sp>
                <p:nvSpPr>
                  <p:cNvPr id="1305" name="Rectangle 66"/>
                  <p:cNvSpPr/>
                  <p:nvPr/>
                </p:nvSpPr>
                <p:spPr>
                  <a:xfrm>
                    <a:off x="7928280" y="3983760"/>
                    <a:ext cx="93240" cy="80640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306" name="Rectangle 67"/>
                  <p:cNvSpPr/>
                  <p:nvPr/>
                </p:nvSpPr>
                <p:spPr>
                  <a:xfrm>
                    <a:off x="8121960" y="3983760"/>
                    <a:ext cx="99720" cy="80640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307" name="Rectangle 68"/>
                  <p:cNvSpPr/>
                  <p:nvPr/>
                </p:nvSpPr>
                <p:spPr>
                  <a:xfrm>
                    <a:off x="8328240" y="3983760"/>
                    <a:ext cx="95040" cy="80640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308" name="Rectangle 69"/>
                  <p:cNvSpPr/>
                  <p:nvPr/>
                </p:nvSpPr>
                <p:spPr>
                  <a:xfrm>
                    <a:off x="8528400" y="3983760"/>
                    <a:ext cx="95040" cy="80640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309" name="Rectangle 70"/>
                  <p:cNvSpPr/>
                  <p:nvPr/>
                </p:nvSpPr>
                <p:spPr>
                  <a:xfrm>
                    <a:off x="8730000" y="3983760"/>
                    <a:ext cx="93240" cy="80640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310" name="Rectangle 71"/>
                  <p:cNvSpPr/>
                  <p:nvPr/>
                </p:nvSpPr>
                <p:spPr>
                  <a:xfrm>
                    <a:off x="8931600" y="3983760"/>
                    <a:ext cx="93240" cy="80640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</p:grpSp>
            <p:grpSp>
              <p:nvGrpSpPr>
                <p:cNvPr id="1311" name="Group 79"/>
                <p:cNvGrpSpPr/>
                <p:nvPr/>
              </p:nvGrpSpPr>
              <p:grpSpPr>
                <a:xfrm>
                  <a:off x="7928280" y="4146840"/>
                  <a:ext cx="1096560" cy="80640"/>
                  <a:chOff x="7928280" y="4146840"/>
                  <a:chExt cx="1096560" cy="80640"/>
                </a:xfrm>
              </p:grpSpPr>
              <p:sp>
                <p:nvSpPr>
                  <p:cNvPr id="1312" name="Rectangle 73"/>
                  <p:cNvSpPr/>
                  <p:nvPr/>
                </p:nvSpPr>
                <p:spPr>
                  <a:xfrm>
                    <a:off x="7928280" y="4146840"/>
                    <a:ext cx="93240" cy="80640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313" name="Rectangle 74"/>
                  <p:cNvSpPr/>
                  <p:nvPr/>
                </p:nvSpPr>
                <p:spPr>
                  <a:xfrm>
                    <a:off x="8121960" y="4146840"/>
                    <a:ext cx="99720" cy="80640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314" name="Rectangle 75"/>
                  <p:cNvSpPr/>
                  <p:nvPr/>
                </p:nvSpPr>
                <p:spPr>
                  <a:xfrm>
                    <a:off x="8328240" y="4146840"/>
                    <a:ext cx="95040" cy="80640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315" name="Rectangle 76"/>
                  <p:cNvSpPr/>
                  <p:nvPr/>
                </p:nvSpPr>
                <p:spPr>
                  <a:xfrm>
                    <a:off x="8528400" y="4146840"/>
                    <a:ext cx="95040" cy="80640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316" name="Rectangle 77"/>
                  <p:cNvSpPr/>
                  <p:nvPr/>
                </p:nvSpPr>
                <p:spPr>
                  <a:xfrm>
                    <a:off x="8730000" y="4146840"/>
                    <a:ext cx="93240" cy="80640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317" name="Rectangle 78"/>
                  <p:cNvSpPr/>
                  <p:nvPr/>
                </p:nvSpPr>
                <p:spPr>
                  <a:xfrm>
                    <a:off x="8931600" y="4146840"/>
                    <a:ext cx="93240" cy="80640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</p:grpSp>
            <p:grpSp>
              <p:nvGrpSpPr>
                <p:cNvPr id="1318" name="Group 86"/>
                <p:cNvGrpSpPr/>
                <p:nvPr/>
              </p:nvGrpSpPr>
              <p:grpSpPr>
                <a:xfrm>
                  <a:off x="7928280" y="4309920"/>
                  <a:ext cx="1096560" cy="80640"/>
                  <a:chOff x="7928280" y="4309920"/>
                  <a:chExt cx="1096560" cy="80640"/>
                </a:xfrm>
              </p:grpSpPr>
              <p:sp>
                <p:nvSpPr>
                  <p:cNvPr id="1319" name="Rectangle 80"/>
                  <p:cNvSpPr/>
                  <p:nvPr/>
                </p:nvSpPr>
                <p:spPr>
                  <a:xfrm>
                    <a:off x="7928280" y="4309920"/>
                    <a:ext cx="93240" cy="80640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320" name="Rectangle 81"/>
                  <p:cNvSpPr/>
                  <p:nvPr/>
                </p:nvSpPr>
                <p:spPr>
                  <a:xfrm>
                    <a:off x="8121960" y="4309920"/>
                    <a:ext cx="99720" cy="80640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321" name="Rectangle 82"/>
                  <p:cNvSpPr/>
                  <p:nvPr/>
                </p:nvSpPr>
                <p:spPr>
                  <a:xfrm>
                    <a:off x="8328240" y="4309920"/>
                    <a:ext cx="95040" cy="80640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322" name="Rectangle 83"/>
                  <p:cNvSpPr/>
                  <p:nvPr/>
                </p:nvSpPr>
                <p:spPr>
                  <a:xfrm>
                    <a:off x="8528400" y="4309920"/>
                    <a:ext cx="95040" cy="80640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323" name="Rectangle 84"/>
                  <p:cNvSpPr/>
                  <p:nvPr/>
                </p:nvSpPr>
                <p:spPr>
                  <a:xfrm>
                    <a:off x="8730000" y="4309920"/>
                    <a:ext cx="93240" cy="80640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324" name="Rectangle 85"/>
                  <p:cNvSpPr/>
                  <p:nvPr/>
                </p:nvSpPr>
                <p:spPr>
                  <a:xfrm>
                    <a:off x="8931600" y="4309920"/>
                    <a:ext cx="93240" cy="80640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</p:grpSp>
            <p:grpSp>
              <p:nvGrpSpPr>
                <p:cNvPr id="1325" name="Group 93"/>
                <p:cNvGrpSpPr/>
                <p:nvPr/>
              </p:nvGrpSpPr>
              <p:grpSpPr>
                <a:xfrm>
                  <a:off x="7928280" y="4470840"/>
                  <a:ext cx="1096560" cy="80640"/>
                  <a:chOff x="7928280" y="4470840"/>
                  <a:chExt cx="1096560" cy="80640"/>
                </a:xfrm>
              </p:grpSpPr>
              <p:sp>
                <p:nvSpPr>
                  <p:cNvPr id="1326" name="Rectangle 87"/>
                  <p:cNvSpPr/>
                  <p:nvPr/>
                </p:nvSpPr>
                <p:spPr>
                  <a:xfrm>
                    <a:off x="7928280" y="4470840"/>
                    <a:ext cx="93240" cy="80640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327" name="Rectangle 88"/>
                  <p:cNvSpPr/>
                  <p:nvPr/>
                </p:nvSpPr>
                <p:spPr>
                  <a:xfrm>
                    <a:off x="8121960" y="4470840"/>
                    <a:ext cx="99720" cy="80640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328" name="Rectangle 89"/>
                  <p:cNvSpPr/>
                  <p:nvPr/>
                </p:nvSpPr>
                <p:spPr>
                  <a:xfrm>
                    <a:off x="8328240" y="4470840"/>
                    <a:ext cx="95040" cy="80640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329" name="Rectangle 90"/>
                  <p:cNvSpPr/>
                  <p:nvPr/>
                </p:nvSpPr>
                <p:spPr>
                  <a:xfrm>
                    <a:off x="8528400" y="4470840"/>
                    <a:ext cx="95040" cy="80640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330" name="Rectangle 91"/>
                  <p:cNvSpPr/>
                  <p:nvPr/>
                </p:nvSpPr>
                <p:spPr>
                  <a:xfrm>
                    <a:off x="8730000" y="4470840"/>
                    <a:ext cx="93240" cy="80640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331" name="Rectangle 92"/>
                  <p:cNvSpPr/>
                  <p:nvPr/>
                </p:nvSpPr>
                <p:spPr>
                  <a:xfrm>
                    <a:off x="8931600" y="4470840"/>
                    <a:ext cx="93240" cy="80640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</p:grpSp>
            <p:grpSp>
              <p:nvGrpSpPr>
                <p:cNvPr id="1332" name="Group 100"/>
                <p:cNvGrpSpPr/>
                <p:nvPr/>
              </p:nvGrpSpPr>
              <p:grpSpPr>
                <a:xfrm>
                  <a:off x="7928280" y="4633920"/>
                  <a:ext cx="1096560" cy="80640"/>
                  <a:chOff x="7928280" y="4633920"/>
                  <a:chExt cx="1096560" cy="80640"/>
                </a:xfrm>
              </p:grpSpPr>
              <p:sp>
                <p:nvSpPr>
                  <p:cNvPr id="1333" name="Rectangle 94"/>
                  <p:cNvSpPr/>
                  <p:nvPr/>
                </p:nvSpPr>
                <p:spPr>
                  <a:xfrm>
                    <a:off x="7928280" y="4633920"/>
                    <a:ext cx="93240" cy="80640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334" name="Rectangle 95"/>
                  <p:cNvSpPr/>
                  <p:nvPr/>
                </p:nvSpPr>
                <p:spPr>
                  <a:xfrm>
                    <a:off x="8121960" y="4633920"/>
                    <a:ext cx="99720" cy="80640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335" name="Rectangle 96"/>
                  <p:cNvSpPr/>
                  <p:nvPr/>
                </p:nvSpPr>
                <p:spPr>
                  <a:xfrm>
                    <a:off x="8328240" y="4633920"/>
                    <a:ext cx="95040" cy="80640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336" name="Rectangle 97"/>
                  <p:cNvSpPr/>
                  <p:nvPr/>
                </p:nvSpPr>
                <p:spPr>
                  <a:xfrm>
                    <a:off x="8528400" y="4633920"/>
                    <a:ext cx="95040" cy="80640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337" name="Rectangle 98"/>
                  <p:cNvSpPr/>
                  <p:nvPr/>
                </p:nvSpPr>
                <p:spPr>
                  <a:xfrm>
                    <a:off x="8730000" y="4633920"/>
                    <a:ext cx="93240" cy="80640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338" name="Rectangle 99"/>
                  <p:cNvSpPr/>
                  <p:nvPr/>
                </p:nvSpPr>
                <p:spPr>
                  <a:xfrm>
                    <a:off x="8931600" y="4633920"/>
                    <a:ext cx="93240" cy="80640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</p:grpSp>
            <p:grpSp>
              <p:nvGrpSpPr>
                <p:cNvPr id="1339" name="Group 107"/>
                <p:cNvGrpSpPr/>
                <p:nvPr/>
              </p:nvGrpSpPr>
              <p:grpSpPr>
                <a:xfrm>
                  <a:off x="7928280" y="4795920"/>
                  <a:ext cx="1096560" cy="80640"/>
                  <a:chOff x="7928280" y="4795920"/>
                  <a:chExt cx="1096560" cy="80640"/>
                </a:xfrm>
              </p:grpSpPr>
              <p:sp>
                <p:nvSpPr>
                  <p:cNvPr id="1340" name="Rectangle 101"/>
                  <p:cNvSpPr/>
                  <p:nvPr/>
                </p:nvSpPr>
                <p:spPr>
                  <a:xfrm>
                    <a:off x="7928280" y="4795920"/>
                    <a:ext cx="93240" cy="80640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341" name="Rectangle 102"/>
                  <p:cNvSpPr/>
                  <p:nvPr/>
                </p:nvSpPr>
                <p:spPr>
                  <a:xfrm>
                    <a:off x="8121960" y="4795920"/>
                    <a:ext cx="99720" cy="80640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342" name="Rectangle 103"/>
                  <p:cNvSpPr/>
                  <p:nvPr/>
                </p:nvSpPr>
                <p:spPr>
                  <a:xfrm>
                    <a:off x="8328240" y="4795920"/>
                    <a:ext cx="95040" cy="80640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343" name="Rectangle 104"/>
                  <p:cNvSpPr/>
                  <p:nvPr/>
                </p:nvSpPr>
                <p:spPr>
                  <a:xfrm>
                    <a:off x="8528400" y="4795920"/>
                    <a:ext cx="95040" cy="80640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344" name="Rectangle 105"/>
                  <p:cNvSpPr/>
                  <p:nvPr/>
                </p:nvSpPr>
                <p:spPr>
                  <a:xfrm>
                    <a:off x="8730000" y="4795920"/>
                    <a:ext cx="93240" cy="80640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345" name="Rectangle 106"/>
                  <p:cNvSpPr/>
                  <p:nvPr/>
                </p:nvSpPr>
                <p:spPr>
                  <a:xfrm>
                    <a:off x="8931600" y="4795920"/>
                    <a:ext cx="93240" cy="80640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</p:grpSp>
            <p:grpSp>
              <p:nvGrpSpPr>
                <p:cNvPr id="1346" name="Group 114"/>
                <p:cNvGrpSpPr/>
                <p:nvPr/>
              </p:nvGrpSpPr>
              <p:grpSpPr>
                <a:xfrm>
                  <a:off x="7928280" y="4959000"/>
                  <a:ext cx="1096560" cy="80640"/>
                  <a:chOff x="7928280" y="4959000"/>
                  <a:chExt cx="1096560" cy="80640"/>
                </a:xfrm>
              </p:grpSpPr>
              <p:sp>
                <p:nvSpPr>
                  <p:cNvPr id="1347" name="Rectangle 108"/>
                  <p:cNvSpPr/>
                  <p:nvPr/>
                </p:nvSpPr>
                <p:spPr>
                  <a:xfrm>
                    <a:off x="7928280" y="4959000"/>
                    <a:ext cx="93240" cy="80640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348" name="Rectangle 109"/>
                  <p:cNvSpPr/>
                  <p:nvPr/>
                </p:nvSpPr>
                <p:spPr>
                  <a:xfrm>
                    <a:off x="8121960" y="4959000"/>
                    <a:ext cx="99720" cy="80640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349" name="Rectangle 110"/>
                  <p:cNvSpPr/>
                  <p:nvPr/>
                </p:nvSpPr>
                <p:spPr>
                  <a:xfrm>
                    <a:off x="8328240" y="4959000"/>
                    <a:ext cx="95040" cy="80640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350" name="Rectangle 111"/>
                  <p:cNvSpPr/>
                  <p:nvPr/>
                </p:nvSpPr>
                <p:spPr>
                  <a:xfrm>
                    <a:off x="8528400" y="4959000"/>
                    <a:ext cx="95040" cy="80640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351" name="Rectangle 112"/>
                  <p:cNvSpPr/>
                  <p:nvPr/>
                </p:nvSpPr>
                <p:spPr>
                  <a:xfrm>
                    <a:off x="8730000" y="4959000"/>
                    <a:ext cx="93240" cy="80640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  <p:sp>
                <p:nvSpPr>
                  <p:cNvPr id="1352" name="Rectangle 113"/>
                  <p:cNvSpPr/>
                  <p:nvPr/>
                </p:nvSpPr>
                <p:spPr>
                  <a:xfrm>
                    <a:off x="8931600" y="4959000"/>
                    <a:ext cx="93240" cy="80640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>
                    <a:noFill/>
                  </a:ln>
                  <a:effectLst>
                    <a:outerShdw blurRad="63360" dir="2700000" dist="53966" rotWithShape="0">
                      <a:srgbClr val="000000">
                        <a:alpha val="75000"/>
                      </a:srgbClr>
                    </a:outerShdw>
                  </a:effectLst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45720" rIns="45720" tIns="40320" bIns="40320" anchor="ctr">
                    <a:noAutofit/>
                  </a:bodyPr>
                  <a:p>
                    <a:pPr defTabSz="685800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lang="en-US" sz="1600" b="1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endParaRPr>
                  </a:p>
                </p:txBody>
              </p:sp>
            </p:grpSp>
          </p:grpSp>
        </p:grpSp>
        <p:sp>
          <p:nvSpPr>
            <p:cNvPr id="1353" name="Rectangle 117"/>
            <p:cNvSpPr/>
            <p:nvPr/>
          </p:nvSpPr>
          <p:spPr>
            <a:xfrm>
              <a:off x="464040" y="361800"/>
              <a:ext cx="8216280" cy="441936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/>
            </a:ln>
            <a:effectLst>
              <a:outerShdw blurRad="63360" dir="2700000" dist="71785" rotWithShape="0">
                <a:srgbClr val="232323">
                  <a:alpha val="7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numCol="1" spcCol="0" lIns="45720" rIns="45720" anchor="ctr">
              <a:noAutofit/>
            </a:bodyPr>
            <a:p>
              <a:pPr defTabSz="685800">
                <a:lnSpc>
                  <a:spcPct val="100000"/>
                </a:lnSpc>
                <a:tabLst>
                  <a:tab algn="l" pos="0"/>
                </a:tabLst>
              </a:pPr>
              <a:endPara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</p:grpSp>
      <p:pic>
        <p:nvPicPr>
          <p:cNvPr id="1354" name="Picture 121" descr="Picture 121"/>
          <p:cNvPicPr/>
          <p:nvPr/>
        </p:nvPicPr>
        <p:blipFill>
          <a:blip r:embed="rId2"/>
          <a:stretch/>
        </p:blipFill>
        <p:spPr>
          <a:xfrm>
            <a:off x="622800" y="4245840"/>
            <a:ext cx="977040" cy="440280"/>
          </a:xfrm>
          <a:prstGeom prst="rect">
            <a:avLst/>
          </a:prstGeom>
          <a:noFill/>
          <a:ln w="12700">
            <a:noFill/>
          </a:ln>
        </p:spPr>
      </p:pic>
      <p:sp>
        <p:nvSpPr>
          <p:cNvPr id="1355" name="PlaceHolder 1"/>
          <p:cNvSpPr>
            <a:spLocks noGrp="1"/>
          </p:cNvSpPr>
          <p:nvPr>
            <p:ph type="title"/>
          </p:nvPr>
        </p:nvSpPr>
        <p:spPr>
          <a:xfrm>
            <a:off x="990720" y="457200"/>
            <a:ext cx="7162560" cy="856800"/>
          </a:xfrm>
          <a:prstGeom prst="rect">
            <a:avLst/>
          </a:prstGeom>
          <a:noFill/>
          <a:ln w="12600">
            <a:noFill/>
          </a:ln>
        </p:spPr>
        <p:txBody>
          <a:bodyPr lIns="44280" rIns="44280" tIns="44280" bIns="44280" anchor="ctr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lang="en-US" sz="27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Title Text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356" name="PlaceHolder 2"/>
          <p:cNvSpPr>
            <a:spLocks noGrp="1"/>
          </p:cNvSpPr>
          <p:nvPr>
            <p:ph type="sldNum" idx="14"/>
          </p:nvPr>
        </p:nvSpPr>
        <p:spPr>
          <a:xfrm>
            <a:off x="4419720" y="4627440"/>
            <a:ext cx="2133360" cy="279000"/>
          </a:xfrm>
          <a:prstGeom prst="rect">
            <a:avLst/>
          </a:prstGeom>
          <a:noFill/>
          <a:ln w="12600">
            <a:noFill/>
          </a:ln>
        </p:spPr>
        <p:txBody>
          <a:bodyPr lIns="45720" rIns="45720" tIns="45000" bIns="4500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78F1C1D8-68BB-4749-A8A1-9C0A18B4CC39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3" name="PlaceHolder 1"/>
          <p:cNvSpPr>
            <a:spLocks noGrp="1"/>
          </p:cNvSpPr>
          <p:nvPr>
            <p:ph type="title"/>
          </p:nvPr>
        </p:nvSpPr>
        <p:spPr>
          <a:xfrm>
            <a:off x="2529000" y="1306080"/>
            <a:ext cx="4086360" cy="1265400"/>
          </a:xfrm>
          <a:prstGeom prst="rect">
            <a:avLst/>
          </a:prstGeom>
          <a:noFill/>
          <a:ln w="12600">
            <a:noFill/>
          </a:ln>
        </p:spPr>
        <p:txBody>
          <a:bodyPr lIns="44280" rIns="44280" tIns="44280" bIns="44280" anchor="b">
            <a:normAutofit/>
          </a:bodyPr>
          <a:p>
            <a:pPr indent="0" algn="ctr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lang="en-US" sz="4000" b="1" u="none" strike="noStrike">
                <a:solidFill>
                  <a:schemeClr val="lt2"/>
                </a:solidFill>
                <a:effectLst/>
                <a:uFillTx/>
                <a:latin typeface="Times New Roman"/>
                <a:ea typeface="Times New Roman"/>
              </a:rPr>
              <a:t>IETF Hackathon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364" name="PlaceHolder 2"/>
          <p:cNvSpPr>
            <a:spLocks noGrp="1"/>
          </p:cNvSpPr>
          <p:nvPr>
            <p:ph type="subTitle"/>
          </p:nvPr>
        </p:nvSpPr>
        <p:spPr>
          <a:xfrm>
            <a:off x="2528280" y="2827800"/>
            <a:ext cx="4087080" cy="1049400"/>
          </a:xfrm>
          <a:prstGeom prst="rect">
            <a:avLst/>
          </a:prstGeom>
          <a:noFill/>
          <a:ln w="12600">
            <a:noFill/>
          </a:ln>
        </p:spPr>
        <p:txBody>
          <a:bodyPr lIns="44280" rIns="44280" tIns="44280" bIns="44280" anchor="t">
            <a:normAutofit fontScale="92500" lnSpcReduction="9999"/>
          </a:bodyPr>
          <a:p>
            <a:pPr indent="0" algn="ctr" defTabSz="914400">
              <a:lnSpc>
                <a:spcPct val="90000"/>
              </a:lnSpc>
              <a:spcBef>
                <a:spcPts val="601"/>
              </a:spcBef>
              <a:buNone/>
              <a:tabLst>
                <a:tab algn="l" pos="0"/>
              </a:tabLst>
            </a:pPr>
            <a:r>
              <a:rPr lang="en-US" sz="2400" b="1" u="none" strike="noStrike">
                <a:solidFill>
                  <a:schemeClr val="lt2"/>
                </a:solidFill>
                <a:effectLst/>
                <a:uFillTx/>
                <a:latin typeface="Arial"/>
                <a:ea typeface="Arial"/>
              </a:rPr>
              <a:t>IETF 125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 defTabSz="914400">
              <a:lnSpc>
                <a:spcPct val="90000"/>
              </a:lnSpc>
              <a:spcBef>
                <a:spcPts val="601"/>
              </a:spcBef>
              <a:buNone/>
              <a:tabLst>
                <a:tab algn="l" pos="0"/>
              </a:tabLst>
            </a:pPr>
            <a:r>
              <a:rPr lang="en-US" sz="2400" b="1" u="none" strike="noStrike">
                <a:solidFill>
                  <a:schemeClr val="lt2"/>
                </a:solidFill>
                <a:effectLst/>
                <a:uFillTx/>
                <a:latin typeface="Arial"/>
                <a:ea typeface="Arial"/>
              </a:rPr>
              <a:t>14–15 March 2026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 defTabSz="914400">
              <a:lnSpc>
                <a:spcPct val="90000"/>
              </a:lnSpc>
              <a:spcBef>
                <a:spcPts val="601"/>
              </a:spcBef>
              <a:buNone/>
              <a:tabLst>
                <a:tab algn="l" pos="0"/>
              </a:tabLst>
            </a:pPr>
            <a:r>
              <a:rPr lang="en-US" sz="2400" b="1" u="none" strike="noStrike">
                <a:solidFill>
                  <a:schemeClr val="lt2"/>
                </a:solidFill>
                <a:effectLst/>
                <a:uFillTx/>
                <a:latin typeface="Arial"/>
                <a:ea typeface="Arial"/>
              </a:rPr>
              <a:t>Shenzhen, China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5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12600">
            <a:noFill/>
          </a:ln>
        </p:spPr>
        <p:txBody>
          <a:bodyPr lIns="45720" rIns="45720" tIns="45000" bIns="4500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Hackathon Plan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366" name="PlaceHolder 2"/>
          <p:cNvSpPr>
            <a:spLocks noGrp="1"/>
          </p:cNvSpPr>
          <p:nvPr>
            <p:ph/>
          </p:nvPr>
        </p:nvSpPr>
        <p:spPr>
          <a:xfrm>
            <a:off x="546120" y="1454040"/>
            <a:ext cx="5888520" cy="3566880"/>
          </a:xfrm>
          <a:prstGeom prst="rect">
            <a:avLst/>
          </a:prstGeom>
          <a:noFill/>
          <a:ln w="12600">
            <a:noFill/>
          </a:ln>
        </p:spPr>
        <p:txBody>
          <a:bodyPr lIns="45720" rIns="45720" tIns="45000" bIns="45000" anchor="t">
            <a:noAutofit/>
          </a:bodyPr>
          <a:p>
            <a:pPr marL="228600" indent="-228600" defTabSz="4572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&lt;What problem were you working on?&gt;</a:t>
            </a:r>
            <a:br>
              <a:rPr sz="2400"/>
            </a:b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685800" lvl="1" indent="-228600" defTabSz="4572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&lt;What drafts/RFC’s were involved?&gt;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685800" lvl="1" indent="-228600" defTabSz="4572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&lt;Specific problems to solve&gt;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indent="0" defTabSz="457200">
              <a:lnSpc>
                <a:spcPct val="90000"/>
              </a:lnSpc>
              <a:spcBef>
                <a:spcPts val="499"/>
              </a:spcBef>
              <a:buNone/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228600" indent="-228600" defTabSz="4572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&lt;How you planned to solve it?&gt;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367" name="PlaceHolder 3"/>
          <p:cNvSpPr>
            <a:spLocks noGrp="1"/>
          </p:cNvSpPr>
          <p:nvPr>
            <p:ph type="sldNum" idx="18"/>
          </p:nvPr>
        </p:nvSpPr>
        <p:spPr>
          <a:xfrm>
            <a:off x="8502840" y="4769640"/>
            <a:ext cx="183600" cy="268920"/>
          </a:xfrm>
          <a:prstGeom prst="rect">
            <a:avLst/>
          </a:prstGeom>
          <a:noFill/>
          <a:ln w="12600">
            <a:noFill/>
          </a:ln>
        </p:spPr>
        <p:txBody>
          <a:bodyPr lIns="45720" rIns="45720" tIns="45000" bIns="4500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91965FBD-3170-4694-B606-14E43F567864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8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12600">
            <a:noFill/>
          </a:ln>
        </p:spPr>
        <p:txBody>
          <a:bodyPr lIns="45720" rIns="45720" tIns="45000" bIns="4500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What got done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369" name="PlaceHolder 2"/>
          <p:cNvSpPr>
            <a:spLocks noGrp="1"/>
          </p:cNvSpPr>
          <p:nvPr>
            <p:ph/>
          </p:nvPr>
        </p:nvSpPr>
        <p:spPr>
          <a:xfrm>
            <a:off x="457200" y="1200240"/>
            <a:ext cx="7940160" cy="3566880"/>
          </a:xfrm>
          <a:prstGeom prst="rect">
            <a:avLst/>
          </a:prstGeom>
          <a:noFill/>
          <a:ln w="12600">
            <a:noFill/>
          </a:ln>
        </p:spPr>
        <p:txBody>
          <a:bodyPr lIns="45720" rIns="45720" tIns="45000" bIns="45000" anchor="t">
            <a:noAutofit/>
          </a:bodyPr>
          <a:p>
            <a:pPr marL="189360" indent="-189360" defTabSz="4572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&lt;What you achieved? (key results)&gt;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646560" lvl="1" indent="-189360" defTabSz="457200">
              <a:lnSpc>
                <a:spcPct val="90000"/>
              </a:lnSpc>
              <a:spcBef>
                <a:spcPts val="1500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&lt;New ideas - what team agreed on&gt;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646560" lvl="1" indent="-189360" defTabSz="457200">
              <a:lnSpc>
                <a:spcPct val="90000"/>
              </a:lnSpc>
              <a:spcBef>
                <a:spcPts val="1500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&lt;New code - links to github&gt;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646560" lvl="1" indent="-189360" defTabSz="457200">
              <a:lnSpc>
                <a:spcPct val="90000"/>
              </a:lnSpc>
              <a:spcBef>
                <a:spcPts val="1500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&lt;New design/architecture - what was novel?&gt;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646560" lvl="1" indent="-189360" defTabSz="457200">
              <a:lnSpc>
                <a:spcPct val="90000"/>
              </a:lnSpc>
              <a:spcBef>
                <a:spcPts val="1500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&lt;New inter-op testing? - link to results&gt;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646560" lvl="1" indent="-189360" defTabSz="457200">
              <a:lnSpc>
                <a:spcPct val="90000"/>
              </a:lnSpc>
              <a:spcBef>
                <a:spcPts val="1500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&lt;Demos - links to videos&gt;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370" name="PlaceHolder 3"/>
          <p:cNvSpPr>
            <a:spLocks noGrp="1"/>
          </p:cNvSpPr>
          <p:nvPr>
            <p:ph type="sldNum" idx="19"/>
          </p:nvPr>
        </p:nvSpPr>
        <p:spPr>
          <a:xfrm>
            <a:off x="8502840" y="4769640"/>
            <a:ext cx="183600" cy="268920"/>
          </a:xfrm>
          <a:prstGeom prst="rect">
            <a:avLst/>
          </a:prstGeom>
          <a:noFill/>
          <a:ln w="12600">
            <a:noFill/>
          </a:ln>
        </p:spPr>
        <p:txBody>
          <a:bodyPr lIns="45720" rIns="45720" tIns="45000" bIns="4500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63EEDDCE-3778-49A2-83E4-C2955B37B689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1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12600">
            <a:noFill/>
          </a:ln>
        </p:spPr>
        <p:txBody>
          <a:bodyPr lIns="45720" rIns="45720" tIns="45000" bIns="4500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What we learned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372" name="PlaceHolder 2"/>
          <p:cNvSpPr>
            <a:spLocks noGrp="1"/>
          </p:cNvSpPr>
          <p:nvPr>
            <p:ph/>
          </p:nvPr>
        </p:nvSpPr>
        <p:spPr>
          <a:xfrm>
            <a:off x="520560" y="1530360"/>
            <a:ext cx="7242480" cy="3052080"/>
          </a:xfrm>
          <a:prstGeom prst="rect">
            <a:avLst/>
          </a:prstGeom>
          <a:noFill/>
          <a:ln w="12600">
            <a:noFill/>
          </a:ln>
        </p:spPr>
        <p:txBody>
          <a:bodyPr lIns="45720" rIns="45720" tIns="45000" bIns="45000" anchor="t">
            <a:noAutofit/>
          </a:bodyPr>
          <a:p>
            <a:pPr marL="228600" indent="-228600" defTabSz="4572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&lt;Lessons learned from this hackathon&gt;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685800" lvl="1" indent="-228600" defTabSz="457200">
              <a:lnSpc>
                <a:spcPct val="90000"/>
              </a:lnSpc>
              <a:spcBef>
                <a:spcPts val="1301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&lt;Issues with existing drafts/RFCs&gt;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685800" lvl="1" indent="-228600" defTabSz="457200">
              <a:lnSpc>
                <a:spcPct val="90000"/>
              </a:lnSpc>
              <a:spcBef>
                <a:spcPts val="1301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&lt;New implementation guidance?&gt;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685800" lvl="1" indent="-228600" defTabSz="457200">
              <a:lnSpc>
                <a:spcPct val="90000"/>
              </a:lnSpc>
              <a:spcBef>
                <a:spcPts val="1301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&lt;New feedback to take to WG?&gt;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685800" lvl="1" indent="-228600" defTabSz="457200">
              <a:lnSpc>
                <a:spcPct val="90000"/>
              </a:lnSpc>
              <a:spcBef>
                <a:spcPts val="1301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&lt;New work to take to WG?&gt;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373" name="PlaceHolder 3"/>
          <p:cNvSpPr>
            <a:spLocks noGrp="1"/>
          </p:cNvSpPr>
          <p:nvPr>
            <p:ph type="sldNum" idx="20"/>
          </p:nvPr>
        </p:nvSpPr>
        <p:spPr>
          <a:xfrm>
            <a:off x="8502840" y="4769640"/>
            <a:ext cx="183600" cy="268920"/>
          </a:xfrm>
          <a:prstGeom prst="rect">
            <a:avLst/>
          </a:prstGeom>
          <a:noFill/>
          <a:ln w="12600">
            <a:noFill/>
          </a:ln>
        </p:spPr>
        <p:txBody>
          <a:bodyPr lIns="45720" rIns="45720" tIns="45000" bIns="4500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CBA74E1A-EBCD-49C7-A59D-F30542E81CF0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4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12600">
            <a:noFill/>
          </a:ln>
        </p:spPr>
        <p:txBody>
          <a:bodyPr lIns="45720" rIns="45720" tIns="45000" bIns="4500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Wrap Up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375" name="PlaceHolder 2"/>
          <p:cNvSpPr>
            <a:spLocks noGrp="1"/>
          </p:cNvSpPr>
          <p:nvPr>
            <p:ph/>
          </p:nvPr>
        </p:nvSpPr>
        <p:spPr>
          <a:xfrm>
            <a:off x="457200" y="1200240"/>
            <a:ext cx="4351680" cy="3566880"/>
          </a:xfrm>
          <a:prstGeom prst="rect">
            <a:avLst/>
          </a:prstGeom>
          <a:noFill/>
          <a:ln w="12600">
            <a:solidFill>
              <a:srgbClr val="000000"/>
            </a:solidFill>
            <a:miter/>
          </a:ln>
        </p:spPr>
        <p:txBody>
          <a:bodyPr lIns="45720" rIns="45720" tIns="45000" bIns="45000" anchor="t">
            <a:noAutofit/>
          </a:bodyPr>
          <a:p>
            <a:pPr indent="0" defTabSz="457200">
              <a:lnSpc>
                <a:spcPct val="90000"/>
              </a:lnSpc>
              <a:spcBef>
                <a:spcPts val="499"/>
              </a:spcBef>
              <a:buNone/>
              <a:tabLst>
                <a:tab algn="l" pos="0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Team members: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indent="0" defTabSz="457200">
              <a:lnSpc>
                <a:spcPct val="90000"/>
              </a:lnSpc>
              <a:spcBef>
                <a:spcPts val="499"/>
              </a:spcBef>
              <a:buNone/>
              <a:tabLst>
                <a:tab algn="l" pos="0"/>
              </a:tabLst>
            </a:pPr>
            <a:endParaRPr lang="en-US" sz="2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indent="0" defTabSz="457200">
              <a:lnSpc>
                <a:spcPct val="90000"/>
              </a:lnSpc>
              <a:spcBef>
                <a:spcPts val="499"/>
              </a:spcBef>
              <a:buNone/>
              <a:tabLst>
                <a:tab algn="l" pos="0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indent="0" defTabSz="457200">
              <a:lnSpc>
                <a:spcPct val="90000"/>
              </a:lnSpc>
              <a:spcBef>
                <a:spcPts val="499"/>
              </a:spcBef>
              <a:buNone/>
              <a:tabLst>
                <a:tab algn="l" pos="0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indent="0" defTabSz="457200">
              <a:lnSpc>
                <a:spcPct val="90000"/>
              </a:lnSpc>
              <a:spcBef>
                <a:spcPts val="499"/>
              </a:spcBef>
              <a:buNone/>
              <a:tabLst>
                <a:tab algn="l" pos="0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indent="0" defTabSz="457200">
              <a:lnSpc>
                <a:spcPct val="90000"/>
              </a:lnSpc>
              <a:spcBef>
                <a:spcPts val="499"/>
              </a:spcBef>
              <a:buNone/>
              <a:tabLst>
                <a:tab algn="l" pos="0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First timers @ IETF/Hackathon: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indent="0" defTabSz="457200">
              <a:lnSpc>
                <a:spcPct val="90000"/>
              </a:lnSpc>
              <a:spcBef>
                <a:spcPts val="499"/>
              </a:spcBef>
              <a:buNone/>
              <a:tabLst>
                <a:tab algn="l" pos="0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376" name="PlaceHolder 3"/>
          <p:cNvSpPr>
            <a:spLocks noGrp="1"/>
          </p:cNvSpPr>
          <p:nvPr>
            <p:ph type="sldNum" idx="21"/>
          </p:nvPr>
        </p:nvSpPr>
        <p:spPr>
          <a:xfrm>
            <a:off x="8502840" y="4769640"/>
            <a:ext cx="183600" cy="268920"/>
          </a:xfrm>
          <a:prstGeom prst="rect">
            <a:avLst/>
          </a:prstGeom>
          <a:noFill/>
          <a:ln w="12600">
            <a:noFill/>
          </a:ln>
        </p:spPr>
        <p:txBody>
          <a:bodyPr lIns="45720" rIns="45720" tIns="45000" bIns="4500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19CB05E8-7111-4F41-BF6F-0D0894A7323E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77" name="Content Placeholder 2"/>
          <p:cNvSpPr/>
          <p:nvPr/>
        </p:nvSpPr>
        <p:spPr>
          <a:xfrm>
            <a:off x="5019120" y="1162080"/>
            <a:ext cx="3954960" cy="3592080"/>
          </a:xfrm>
          <a:prstGeom prst="rect">
            <a:avLst/>
          </a:prstGeom>
          <a:noFill/>
          <a:ln w="127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normAutofit/>
          </a:bodyPr>
          <a:p>
            <a:pPr defTabSz="457200">
              <a:lnSpc>
                <a:spcPct val="90000"/>
              </a:lnSpc>
              <a:spcBef>
                <a:spcPts val="499"/>
              </a:spcBef>
              <a:tabLst>
                <a:tab algn="l" pos="0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90000"/>
              </a:lnSpc>
              <a:spcBef>
                <a:spcPts val="499"/>
              </a:spcBef>
              <a:tabLst>
                <a:tab algn="l" pos="0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90000"/>
              </a:lnSpc>
              <a:spcBef>
                <a:spcPts val="499"/>
              </a:spcBef>
              <a:tabLst>
                <a:tab algn="l" pos="0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90000"/>
              </a:lnSpc>
              <a:spcBef>
                <a:spcPts val="499"/>
              </a:spcBef>
              <a:tabLst>
                <a:tab algn="l" pos="0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&lt;Other links, contacts or notes&gt;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90000"/>
              </a:lnSpc>
              <a:spcBef>
                <a:spcPts val="499"/>
              </a:spcBef>
              <a:tabLst>
                <a:tab algn="l" pos="0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Calibri" pitchFamily="0" charset="1"/>
        <a:ea typeface="Calibri" pitchFamily="0" charset="1"/>
        <a:cs typeface="Calibri" pitchFamily="0" charset="1"/>
      </a:majorFont>
      <a:minorFont>
        <a:latin typeface="Helvetica" pitchFamily="0" charset="1"/>
        <a:ea typeface="Helvetica" pitchFamily="0" charset="1"/>
        <a:cs typeface="Helvetica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5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</TotalTime>
  <Application>LibreOffice/25.8.5.2$Linux_X86_64 LibreOffice_project/580$Build-2</Application>
  <AppVersion>15.0000</AppVersion>
  <Words>163</Words>
  <Paragraphs>39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dcterms:modified xsi:type="dcterms:W3CDTF">2026-03-14T14:10:11Z</dcterms:modified>
  <cp:revision>22</cp:revision>
  <dc:subject/>
  <dc:title>IETF Hackathon: &lt;Project Name&gt;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</vt:i4>
  </property>
  <property fmtid="{D5CDD505-2E9C-101B-9397-08002B2CF9AE}" pid="3" name="PresentationFormat">
    <vt:lpwstr>On-screen Show (16:9)</vt:lpwstr>
  </property>
  <property fmtid="{D5CDD505-2E9C-101B-9397-08002B2CF9AE}" pid="4" name="Slides">
    <vt:i4>5</vt:i4>
  </property>
</Properties>
</file>